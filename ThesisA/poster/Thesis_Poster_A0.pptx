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84" r:id="rId2"/>
    <p:sldMasterId id="2147483672" r:id="rId3"/>
    <p:sldMasterId id="2147483660" r:id="rId4"/>
  </p:sldMasterIdLst>
  <p:notesMasterIdLst>
    <p:notesMasterId r:id="rId6"/>
  </p:notesMasterIdLst>
  <p:sldIdLst>
    <p:sldId id="256" r:id="rId5"/>
  </p:sldIdLst>
  <p:sldSz cx="30275213" cy="42811700"/>
  <p:notesSz cx="6858000" cy="9144000"/>
  <p:defaultTextStyle>
    <a:defPPr>
      <a:defRPr lang="en-US"/>
    </a:defPPr>
    <a:lvl1pPr marL="0" algn="l" defTabSz="2088170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1pPr>
    <a:lvl2pPr marL="2088170" algn="l" defTabSz="2088170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2pPr>
    <a:lvl3pPr marL="4176339" algn="l" defTabSz="2088170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3pPr>
    <a:lvl4pPr marL="6264509" algn="l" defTabSz="2088170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4pPr>
    <a:lvl5pPr marL="8352678" algn="l" defTabSz="2088170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5pPr>
    <a:lvl6pPr marL="10440848" algn="l" defTabSz="2088170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6pPr>
    <a:lvl7pPr marL="12529017" algn="l" defTabSz="2088170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7pPr>
    <a:lvl8pPr marL="14617187" algn="l" defTabSz="2088170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8pPr>
    <a:lvl9pPr marL="16705356" algn="l" defTabSz="2088170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3484">
          <p15:clr>
            <a:srgbClr val="A4A3A4"/>
          </p15:clr>
        </p15:guide>
        <p15:guide id="2" pos="20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CD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 snapToGrid="0" snapToObjects="1">
      <p:cViewPr>
        <p:scale>
          <a:sx n="30" d="100"/>
          <a:sy n="30" d="100"/>
        </p:scale>
        <p:origin x="-2430" y="-72"/>
      </p:cViewPr>
      <p:guideLst>
        <p:guide orient="horz" pos="13484"/>
        <p:guide pos="20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992389-FB02-6C4A-947E-20AE2CA8E218}" type="datetimeFigureOut">
              <a:rPr lang="en-US" smtClean="0"/>
              <a:pPr/>
              <a:t>5/23/2017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0E5CE1-65A2-894E-8F87-C16F8776B4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331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1pPr>
    <a:lvl2pPr marL="2088170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2pPr>
    <a:lvl3pPr marL="4176339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3pPr>
    <a:lvl4pPr marL="6264509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4pPr>
    <a:lvl5pPr marL="8352678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5pPr>
    <a:lvl6pPr marL="10440848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6pPr>
    <a:lvl7pPr marL="12529017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7pPr>
    <a:lvl8pPr marL="14617187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8pPr>
    <a:lvl9pPr marL="16705356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16150" y="685800"/>
            <a:ext cx="24257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0E5CE1-65A2-894E-8F87-C16F8776B47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76919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3425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761" y="1714453"/>
            <a:ext cx="27247692" cy="7135283"/>
          </a:xfrm>
          <a:prstGeom prst="rect">
            <a:avLst/>
          </a:prstGeo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3761" y="9989400"/>
            <a:ext cx="27247692" cy="2825374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13761" y="39680106"/>
            <a:ext cx="7064216" cy="2279327"/>
          </a:xfrm>
          <a:prstGeom prst="rect">
            <a:avLst/>
          </a:prstGeom>
        </p:spPr>
        <p:txBody>
          <a:bodyPr/>
          <a:lstStyle/>
          <a:p>
            <a:fld id="{1516A2DB-5E56-684A-96DC-9BEBC5CFD730}" type="datetimeFigureOut">
              <a:rPr lang="en-US" smtClean="0"/>
              <a:pPr/>
              <a:t>5/23/2017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344031" y="39680106"/>
            <a:ext cx="9587151" cy="227932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1697236" y="39680106"/>
            <a:ext cx="7064216" cy="2279327"/>
          </a:xfrm>
          <a:prstGeom prst="rect">
            <a:avLst/>
          </a:prstGeom>
        </p:spPr>
        <p:txBody>
          <a:bodyPr/>
          <a:lstStyle/>
          <a:p>
            <a:fld id="{0CB39F1A-5E86-644C-9604-CE1653FC42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977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1533" y="27510485"/>
            <a:ext cx="25733931" cy="8502879"/>
          </a:xfrm>
          <a:prstGeom prst="rect">
            <a:avLst/>
          </a:prstGeom>
        </p:spPr>
        <p:txBody>
          <a:bodyPr anchor="t"/>
          <a:lstStyle>
            <a:lvl1pPr algn="l">
              <a:defRPr sz="18300" b="1" cap="all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1533" y="18145428"/>
            <a:ext cx="25733931" cy="936505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9100">
                <a:solidFill>
                  <a:schemeClr val="tx1">
                    <a:tint val="75000"/>
                  </a:schemeClr>
                </a:solidFill>
              </a:defRPr>
            </a:lvl1pPr>
            <a:lvl2pPr marL="2088170" indent="0">
              <a:buNone/>
              <a:defRPr sz="8200">
                <a:solidFill>
                  <a:schemeClr val="tx1">
                    <a:tint val="75000"/>
                  </a:schemeClr>
                </a:solidFill>
              </a:defRPr>
            </a:lvl2pPr>
            <a:lvl3pPr marL="4176339" indent="0">
              <a:buNone/>
              <a:defRPr sz="7300">
                <a:solidFill>
                  <a:schemeClr val="tx1">
                    <a:tint val="75000"/>
                  </a:schemeClr>
                </a:solidFill>
              </a:defRPr>
            </a:lvl3pPr>
            <a:lvl4pPr marL="6264509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4pPr>
            <a:lvl5pPr marL="8352678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5pPr>
            <a:lvl6pPr marL="10440848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6pPr>
            <a:lvl7pPr marL="12529017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7pPr>
            <a:lvl8pPr marL="14617187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8pPr>
            <a:lvl9pPr marL="16705356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13761" y="39680106"/>
            <a:ext cx="7064216" cy="2279327"/>
          </a:xfrm>
          <a:prstGeom prst="rect">
            <a:avLst/>
          </a:prstGeom>
        </p:spPr>
        <p:txBody>
          <a:bodyPr/>
          <a:lstStyle/>
          <a:p>
            <a:fld id="{1516A2DB-5E56-684A-96DC-9BEBC5CFD730}" type="datetimeFigureOut">
              <a:rPr lang="en-US" smtClean="0"/>
              <a:pPr/>
              <a:t>5/23/2017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344031" y="39680106"/>
            <a:ext cx="9587151" cy="227932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1697236" y="39680106"/>
            <a:ext cx="7064216" cy="2279327"/>
          </a:xfrm>
          <a:prstGeom prst="rect">
            <a:avLst/>
          </a:prstGeom>
        </p:spPr>
        <p:txBody>
          <a:bodyPr/>
          <a:lstStyle/>
          <a:p>
            <a:fld id="{0CB39F1A-5E86-644C-9604-CE1653FC42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377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761" y="1714453"/>
            <a:ext cx="27247692" cy="7135283"/>
          </a:xfrm>
          <a:prstGeom prst="rect">
            <a:avLst/>
          </a:prstGeo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14332" y="62364364"/>
            <a:ext cx="44850417" cy="176370327"/>
          </a:xfrm>
          <a:prstGeom prst="rect">
            <a:avLst/>
          </a:prstGeom>
        </p:spPr>
        <p:txBody>
          <a:bodyPr/>
          <a:lstStyle>
            <a:lvl1pPr>
              <a:defRPr sz="12800"/>
            </a:lvl1pPr>
            <a:lvl2pPr>
              <a:defRPr sz="11000"/>
            </a:lvl2pPr>
            <a:lvl3pPr>
              <a:defRPr sz="9100"/>
            </a:lvl3pPr>
            <a:lvl4pPr>
              <a:defRPr sz="8200"/>
            </a:lvl4pPr>
            <a:lvl5pPr>
              <a:defRPr sz="8200"/>
            </a:lvl5pPr>
            <a:lvl6pPr>
              <a:defRPr sz="8200"/>
            </a:lvl6pPr>
            <a:lvl7pPr>
              <a:defRPr sz="8200"/>
            </a:lvl7pPr>
            <a:lvl8pPr>
              <a:defRPr sz="8200"/>
            </a:lvl8pPr>
            <a:lvl9pPr>
              <a:defRPr sz="82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69338" y="62364364"/>
            <a:ext cx="44855671" cy="176370327"/>
          </a:xfrm>
          <a:prstGeom prst="rect">
            <a:avLst/>
          </a:prstGeom>
        </p:spPr>
        <p:txBody>
          <a:bodyPr/>
          <a:lstStyle>
            <a:lvl1pPr>
              <a:defRPr sz="12800"/>
            </a:lvl1pPr>
            <a:lvl2pPr>
              <a:defRPr sz="11000"/>
            </a:lvl2pPr>
            <a:lvl3pPr>
              <a:defRPr sz="9100"/>
            </a:lvl3pPr>
            <a:lvl4pPr>
              <a:defRPr sz="8200"/>
            </a:lvl4pPr>
            <a:lvl5pPr>
              <a:defRPr sz="8200"/>
            </a:lvl5pPr>
            <a:lvl6pPr>
              <a:defRPr sz="8200"/>
            </a:lvl6pPr>
            <a:lvl7pPr>
              <a:defRPr sz="8200"/>
            </a:lvl7pPr>
            <a:lvl8pPr>
              <a:defRPr sz="8200"/>
            </a:lvl8pPr>
            <a:lvl9pPr>
              <a:defRPr sz="82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13761" y="39680106"/>
            <a:ext cx="7064216" cy="2279327"/>
          </a:xfrm>
          <a:prstGeom prst="rect">
            <a:avLst/>
          </a:prstGeom>
        </p:spPr>
        <p:txBody>
          <a:bodyPr/>
          <a:lstStyle/>
          <a:p>
            <a:fld id="{1516A2DB-5E56-684A-96DC-9BEBC5CFD730}" type="datetimeFigureOut">
              <a:rPr lang="en-US" smtClean="0"/>
              <a:pPr/>
              <a:t>5/23/2017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344031" y="39680106"/>
            <a:ext cx="9587151" cy="227932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1697236" y="39680106"/>
            <a:ext cx="7064216" cy="2279327"/>
          </a:xfrm>
          <a:prstGeom prst="rect">
            <a:avLst/>
          </a:prstGeom>
        </p:spPr>
        <p:txBody>
          <a:bodyPr/>
          <a:lstStyle/>
          <a:p>
            <a:fld id="{0CB39F1A-5E86-644C-9604-CE1653FC42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943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761" y="1714453"/>
            <a:ext cx="27247692" cy="713528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3761" y="9583085"/>
            <a:ext cx="13376810" cy="399377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1000" b="1"/>
            </a:lvl1pPr>
            <a:lvl2pPr marL="2088170" indent="0">
              <a:buNone/>
              <a:defRPr sz="9100" b="1"/>
            </a:lvl2pPr>
            <a:lvl3pPr marL="4176339" indent="0">
              <a:buNone/>
              <a:defRPr sz="8200" b="1"/>
            </a:lvl3pPr>
            <a:lvl4pPr marL="6264509" indent="0">
              <a:buNone/>
              <a:defRPr sz="7300" b="1"/>
            </a:lvl4pPr>
            <a:lvl5pPr marL="8352678" indent="0">
              <a:buNone/>
              <a:defRPr sz="7300" b="1"/>
            </a:lvl5pPr>
            <a:lvl6pPr marL="10440848" indent="0">
              <a:buNone/>
              <a:defRPr sz="7300" b="1"/>
            </a:lvl6pPr>
            <a:lvl7pPr marL="12529017" indent="0">
              <a:buNone/>
              <a:defRPr sz="7300" b="1"/>
            </a:lvl7pPr>
            <a:lvl8pPr marL="14617187" indent="0">
              <a:buNone/>
              <a:defRPr sz="7300" b="1"/>
            </a:lvl8pPr>
            <a:lvl9pPr marL="16705356" indent="0">
              <a:buNone/>
              <a:defRPr sz="73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3761" y="13576859"/>
            <a:ext cx="13376810" cy="24666281"/>
          </a:xfrm>
          <a:prstGeom prst="rect">
            <a:avLst/>
          </a:prstGeom>
        </p:spPr>
        <p:txBody>
          <a:bodyPr/>
          <a:lstStyle>
            <a:lvl1pPr>
              <a:defRPr sz="11000"/>
            </a:lvl1pPr>
            <a:lvl2pPr>
              <a:defRPr sz="9100"/>
            </a:lvl2pPr>
            <a:lvl3pPr>
              <a:defRPr sz="8200"/>
            </a:lvl3pPr>
            <a:lvl4pPr>
              <a:defRPr sz="7300"/>
            </a:lvl4pPr>
            <a:lvl5pPr>
              <a:defRPr sz="7300"/>
            </a:lvl5pPr>
            <a:lvl6pPr>
              <a:defRPr sz="7300"/>
            </a:lvl6pPr>
            <a:lvl7pPr>
              <a:defRPr sz="7300"/>
            </a:lvl7pPr>
            <a:lvl8pPr>
              <a:defRPr sz="7300"/>
            </a:lvl8pPr>
            <a:lvl9pPr>
              <a:defRPr sz="73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79389" y="9583085"/>
            <a:ext cx="13382065" cy="399377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1000" b="1"/>
            </a:lvl1pPr>
            <a:lvl2pPr marL="2088170" indent="0">
              <a:buNone/>
              <a:defRPr sz="9100" b="1"/>
            </a:lvl2pPr>
            <a:lvl3pPr marL="4176339" indent="0">
              <a:buNone/>
              <a:defRPr sz="8200" b="1"/>
            </a:lvl3pPr>
            <a:lvl4pPr marL="6264509" indent="0">
              <a:buNone/>
              <a:defRPr sz="7300" b="1"/>
            </a:lvl4pPr>
            <a:lvl5pPr marL="8352678" indent="0">
              <a:buNone/>
              <a:defRPr sz="7300" b="1"/>
            </a:lvl5pPr>
            <a:lvl6pPr marL="10440848" indent="0">
              <a:buNone/>
              <a:defRPr sz="7300" b="1"/>
            </a:lvl6pPr>
            <a:lvl7pPr marL="12529017" indent="0">
              <a:buNone/>
              <a:defRPr sz="7300" b="1"/>
            </a:lvl7pPr>
            <a:lvl8pPr marL="14617187" indent="0">
              <a:buNone/>
              <a:defRPr sz="7300" b="1"/>
            </a:lvl8pPr>
            <a:lvl9pPr marL="16705356" indent="0">
              <a:buNone/>
              <a:defRPr sz="73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79389" y="13576859"/>
            <a:ext cx="13382065" cy="24666281"/>
          </a:xfrm>
          <a:prstGeom prst="rect">
            <a:avLst/>
          </a:prstGeom>
        </p:spPr>
        <p:txBody>
          <a:bodyPr/>
          <a:lstStyle>
            <a:lvl1pPr>
              <a:defRPr sz="11000"/>
            </a:lvl1pPr>
            <a:lvl2pPr>
              <a:defRPr sz="9100"/>
            </a:lvl2pPr>
            <a:lvl3pPr>
              <a:defRPr sz="8200"/>
            </a:lvl3pPr>
            <a:lvl4pPr>
              <a:defRPr sz="7300"/>
            </a:lvl4pPr>
            <a:lvl5pPr>
              <a:defRPr sz="7300"/>
            </a:lvl5pPr>
            <a:lvl6pPr>
              <a:defRPr sz="7300"/>
            </a:lvl6pPr>
            <a:lvl7pPr>
              <a:defRPr sz="7300"/>
            </a:lvl7pPr>
            <a:lvl8pPr>
              <a:defRPr sz="7300"/>
            </a:lvl8pPr>
            <a:lvl9pPr>
              <a:defRPr sz="73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513761" y="39680106"/>
            <a:ext cx="7064216" cy="2279327"/>
          </a:xfrm>
          <a:prstGeom prst="rect">
            <a:avLst/>
          </a:prstGeom>
        </p:spPr>
        <p:txBody>
          <a:bodyPr/>
          <a:lstStyle/>
          <a:p>
            <a:fld id="{1516A2DB-5E56-684A-96DC-9BEBC5CFD730}" type="datetimeFigureOut">
              <a:rPr lang="en-US" smtClean="0"/>
              <a:pPr/>
              <a:t>5/23/2017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0344031" y="39680106"/>
            <a:ext cx="9587151" cy="227932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21697236" y="39680106"/>
            <a:ext cx="7064216" cy="2279327"/>
          </a:xfrm>
          <a:prstGeom prst="rect">
            <a:avLst/>
          </a:prstGeom>
        </p:spPr>
        <p:txBody>
          <a:bodyPr/>
          <a:lstStyle/>
          <a:p>
            <a:fld id="{0CB39F1A-5E86-644C-9604-CE1653FC42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841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761" y="1714453"/>
            <a:ext cx="27247692" cy="7135283"/>
          </a:xfrm>
          <a:prstGeom prst="rect">
            <a:avLst/>
          </a:prstGeo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513761" y="39680106"/>
            <a:ext cx="7064216" cy="2279327"/>
          </a:xfrm>
          <a:prstGeom prst="rect">
            <a:avLst/>
          </a:prstGeom>
        </p:spPr>
        <p:txBody>
          <a:bodyPr/>
          <a:lstStyle/>
          <a:p>
            <a:fld id="{1516A2DB-5E56-684A-96DC-9BEBC5CFD730}" type="datetimeFigureOut">
              <a:rPr lang="en-US" smtClean="0"/>
              <a:pPr/>
              <a:t>5/23/2017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344031" y="39680106"/>
            <a:ext cx="9587151" cy="227932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1697236" y="39680106"/>
            <a:ext cx="7064216" cy="2279327"/>
          </a:xfrm>
          <a:prstGeom prst="rect">
            <a:avLst/>
          </a:prstGeom>
        </p:spPr>
        <p:txBody>
          <a:bodyPr/>
          <a:lstStyle/>
          <a:p>
            <a:fld id="{0CB39F1A-5E86-644C-9604-CE1653FC42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872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13761" y="39680106"/>
            <a:ext cx="7064216" cy="2279327"/>
          </a:xfrm>
          <a:prstGeom prst="rect">
            <a:avLst/>
          </a:prstGeom>
        </p:spPr>
        <p:txBody>
          <a:bodyPr/>
          <a:lstStyle/>
          <a:p>
            <a:fld id="{1516A2DB-5E56-684A-96DC-9BEBC5CFD730}" type="datetimeFigureOut">
              <a:rPr lang="en-US" smtClean="0"/>
              <a:pPr/>
              <a:t>5/23/2017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344031" y="39680106"/>
            <a:ext cx="9587151" cy="227932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1697236" y="39680106"/>
            <a:ext cx="7064216" cy="2279327"/>
          </a:xfrm>
          <a:prstGeom prst="rect">
            <a:avLst/>
          </a:prstGeom>
        </p:spPr>
        <p:txBody>
          <a:bodyPr/>
          <a:lstStyle/>
          <a:p>
            <a:fld id="{0CB39F1A-5E86-644C-9604-CE1653FC42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889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763" y="1704540"/>
            <a:ext cx="9960336" cy="7254205"/>
          </a:xfrm>
          <a:prstGeom prst="rect">
            <a:avLst/>
          </a:prstGeom>
        </p:spPr>
        <p:txBody>
          <a:bodyPr anchor="b"/>
          <a:lstStyle>
            <a:lvl1pPr algn="l">
              <a:defRPr sz="91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36767" y="1704543"/>
            <a:ext cx="16924685" cy="36538600"/>
          </a:xfrm>
          <a:prstGeom prst="rect">
            <a:avLst/>
          </a:prstGeom>
        </p:spPr>
        <p:txBody>
          <a:bodyPr/>
          <a:lstStyle>
            <a:lvl1pPr>
              <a:defRPr sz="14600"/>
            </a:lvl1pPr>
            <a:lvl2pPr>
              <a:defRPr sz="12800"/>
            </a:lvl2pPr>
            <a:lvl3pPr>
              <a:defRPr sz="11000"/>
            </a:lvl3pPr>
            <a:lvl4pPr>
              <a:defRPr sz="9100"/>
            </a:lvl4pPr>
            <a:lvl5pPr>
              <a:defRPr sz="9100"/>
            </a:lvl5pPr>
            <a:lvl6pPr>
              <a:defRPr sz="9100"/>
            </a:lvl6pPr>
            <a:lvl7pPr>
              <a:defRPr sz="9100"/>
            </a:lvl7pPr>
            <a:lvl8pPr>
              <a:defRPr sz="9100"/>
            </a:lvl8pPr>
            <a:lvl9pPr>
              <a:defRPr sz="91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3763" y="8958748"/>
            <a:ext cx="9960336" cy="292843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2088170" indent="0">
              <a:buNone/>
              <a:defRPr sz="5500"/>
            </a:lvl2pPr>
            <a:lvl3pPr marL="4176339" indent="0">
              <a:buNone/>
              <a:defRPr sz="4600"/>
            </a:lvl3pPr>
            <a:lvl4pPr marL="6264509" indent="0">
              <a:buNone/>
              <a:defRPr sz="4100"/>
            </a:lvl4pPr>
            <a:lvl5pPr marL="8352678" indent="0">
              <a:buNone/>
              <a:defRPr sz="4100"/>
            </a:lvl5pPr>
            <a:lvl6pPr marL="10440848" indent="0">
              <a:buNone/>
              <a:defRPr sz="4100"/>
            </a:lvl6pPr>
            <a:lvl7pPr marL="12529017" indent="0">
              <a:buNone/>
              <a:defRPr sz="4100"/>
            </a:lvl7pPr>
            <a:lvl8pPr marL="14617187" indent="0">
              <a:buNone/>
              <a:defRPr sz="4100"/>
            </a:lvl8pPr>
            <a:lvl9pPr marL="16705356" indent="0">
              <a:buNone/>
              <a:defRPr sz="41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13761" y="39680106"/>
            <a:ext cx="7064216" cy="2279327"/>
          </a:xfrm>
          <a:prstGeom prst="rect">
            <a:avLst/>
          </a:prstGeom>
        </p:spPr>
        <p:txBody>
          <a:bodyPr/>
          <a:lstStyle/>
          <a:p>
            <a:fld id="{1516A2DB-5E56-684A-96DC-9BEBC5CFD730}" type="datetimeFigureOut">
              <a:rPr lang="en-US" smtClean="0"/>
              <a:pPr/>
              <a:t>5/23/2017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344031" y="39680106"/>
            <a:ext cx="9587151" cy="227932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1697236" y="39680106"/>
            <a:ext cx="7064216" cy="2279327"/>
          </a:xfrm>
          <a:prstGeom prst="rect">
            <a:avLst/>
          </a:prstGeom>
        </p:spPr>
        <p:txBody>
          <a:bodyPr/>
          <a:lstStyle/>
          <a:p>
            <a:fld id="{0CB39F1A-5E86-644C-9604-CE1653FC42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12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4154" y="29968190"/>
            <a:ext cx="18165128" cy="3537914"/>
          </a:xfrm>
          <a:prstGeom prst="rect">
            <a:avLst/>
          </a:prstGeom>
        </p:spPr>
        <p:txBody>
          <a:bodyPr anchor="b"/>
          <a:lstStyle>
            <a:lvl1pPr algn="l">
              <a:defRPr sz="91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34154" y="3825305"/>
            <a:ext cx="18165128" cy="256870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00"/>
            </a:lvl1pPr>
            <a:lvl2pPr marL="2088170" indent="0">
              <a:buNone/>
              <a:defRPr sz="12800"/>
            </a:lvl2pPr>
            <a:lvl3pPr marL="4176339" indent="0">
              <a:buNone/>
              <a:defRPr sz="11000"/>
            </a:lvl3pPr>
            <a:lvl4pPr marL="6264509" indent="0">
              <a:buNone/>
              <a:defRPr sz="9100"/>
            </a:lvl4pPr>
            <a:lvl5pPr marL="8352678" indent="0">
              <a:buNone/>
              <a:defRPr sz="9100"/>
            </a:lvl5pPr>
            <a:lvl6pPr marL="10440848" indent="0">
              <a:buNone/>
              <a:defRPr sz="9100"/>
            </a:lvl6pPr>
            <a:lvl7pPr marL="12529017" indent="0">
              <a:buNone/>
              <a:defRPr sz="9100"/>
            </a:lvl7pPr>
            <a:lvl8pPr marL="14617187" indent="0">
              <a:buNone/>
              <a:defRPr sz="9100"/>
            </a:lvl8pPr>
            <a:lvl9pPr marL="16705356" indent="0">
              <a:buNone/>
              <a:defRPr sz="91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34154" y="33506104"/>
            <a:ext cx="18165128" cy="50244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2088170" indent="0">
              <a:buNone/>
              <a:defRPr sz="5500"/>
            </a:lvl2pPr>
            <a:lvl3pPr marL="4176339" indent="0">
              <a:buNone/>
              <a:defRPr sz="4600"/>
            </a:lvl3pPr>
            <a:lvl4pPr marL="6264509" indent="0">
              <a:buNone/>
              <a:defRPr sz="4100"/>
            </a:lvl4pPr>
            <a:lvl5pPr marL="8352678" indent="0">
              <a:buNone/>
              <a:defRPr sz="4100"/>
            </a:lvl5pPr>
            <a:lvl6pPr marL="10440848" indent="0">
              <a:buNone/>
              <a:defRPr sz="4100"/>
            </a:lvl6pPr>
            <a:lvl7pPr marL="12529017" indent="0">
              <a:buNone/>
              <a:defRPr sz="4100"/>
            </a:lvl7pPr>
            <a:lvl8pPr marL="14617187" indent="0">
              <a:buNone/>
              <a:defRPr sz="4100"/>
            </a:lvl8pPr>
            <a:lvl9pPr marL="16705356" indent="0">
              <a:buNone/>
              <a:defRPr sz="41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13761" y="39680106"/>
            <a:ext cx="7064216" cy="2279327"/>
          </a:xfrm>
          <a:prstGeom prst="rect">
            <a:avLst/>
          </a:prstGeom>
        </p:spPr>
        <p:txBody>
          <a:bodyPr/>
          <a:lstStyle/>
          <a:p>
            <a:fld id="{1516A2DB-5E56-684A-96DC-9BEBC5CFD730}" type="datetimeFigureOut">
              <a:rPr lang="en-US" smtClean="0"/>
              <a:pPr/>
              <a:t>5/23/2017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344031" y="39680106"/>
            <a:ext cx="9587151" cy="227932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1697236" y="39680106"/>
            <a:ext cx="7064216" cy="2279327"/>
          </a:xfrm>
          <a:prstGeom prst="rect">
            <a:avLst/>
          </a:prstGeom>
        </p:spPr>
        <p:txBody>
          <a:bodyPr/>
          <a:lstStyle/>
          <a:p>
            <a:fld id="{0CB39F1A-5E86-644C-9604-CE1653FC42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353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761" y="1714453"/>
            <a:ext cx="27247692" cy="7135283"/>
          </a:xfrm>
          <a:prstGeom prst="rect">
            <a:avLst/>
          </a:prstGeo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13761" y="9989400"/>
            <a:ext cx="27247692" cy="2825374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13761" y="39680106"/>
            <a:ext cx="7064216" cy="2279327"/>
          </a:xfrm>
          <a:prstGeom prst="rect">
            <a:avLst/>
          </a:prstGeom>
        </p:spPr>
        <p:txBody>
          <a:bodyPr/>
          <a:lstStyle/>
          <a:p>
            <a:fld id="{1516A2DB-5E56-684A-96DC-9BEBC5CFD730}" type="datetimeFigureOut">
              <a:rPr lang="en-US" smtClean="0"/>
              <a:pPr/>
              <a:t>5/23/2017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344031" y="39680106"/>
            <a:ext cx="9587151" cy="227932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1697236" y="39680106"/>
            <a:ext cx="7064216" cy="2279327"/>
          </a:xfrm>
          <a:prstGeom prst="rect">
            <a:avLst/>
          </a:prstGeom>
        </p:spPr>
        <p:txBody>
          <a:bodyPr/>
          <a:lstStyle/>
          <a:p>
            <a:fld id="{0CB39F1A-5E86-644C-9604-CE1653FC42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484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676283" y="10702928"/>
            <a:ext cx="22548726" cy="228031763"/>
          </a:xfrm>
          <a:prstGeom prst="rect">
            <a:avLst/>
          </a:prstGeom>
        </p:spPr>
        <p:txBody>
          <a:bodyPr vert="eaVert"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14332" y="10702928"/>
            <a:ext cx="67157362" cy="2280317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13761" y="39680106"/>
            <a:ext cx="7064216" cy="2279327"/>
          </a:xfrm>
          <a:prstGeom prst="rect">
            <a:avLst/>
          </a:prstGeom>
        </p:spPr>
        <p:txBody>
          <a:bodyPr/>
          <a:lstStyle/>
          <a:p>
            <a:fld id="{1516A2DB-5E56-684A-96DC-9BEBC5CFD730}" type="datetimeFigureOut">
              <a:rPr lang="en-US" smtClean="0"/>
              <a:pPr/>
              <a:t>5/23/2017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344031" y="39680106"/>
            <a:ext cx="9587151" cy="227932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1697236" y="39680106"/>
            <a:ext cx="7064216" cy="2279327"/>
          </a:xfrm>
          <a:prstGeom prst="rect">
            <a:avLst/>
          </a:prstGeom>
        </p:spPr>
        <p:txBody>
          <a:bodyPr/>
          <a:lstStyle/>
          <a:p>
            <a:fld id="{0CB39F1A-5E86-644C-9604-CE1653FC42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650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125" y="13300075"/>
            <a:ext cx="25734963" cy="91757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41838" y="24260175"/>
            <a:ext cx="21191537" cy="109410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A8215-E8B9-405B-91CC-893BF70F5D1D}" type="datetimeFigureOut">
              <a:rPr lang="en-AU" smtClean="0"/>
              <a:pPr/>
              <a:t>23/05/2017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483D4-2F32-41B7-8A90-D0E8F81D7F79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A8215-E8B9-405B-91CC-893BF70F5D1D}" type="datetimeFigureOut">
              <a:rPr lang="en-AU" smtClean="0"/>
              <a:pPr/>
              <a:t>23/05/2017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483D4-2F32-41B7-8A90-D0E8F81D7F79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775" y="27509788"/>
            <a:ext cx="25734963" cy="850423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0775" y="18145125"/>
            <a:ext cx="25734963" cy="9364663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A8215-E8B9-405B-91CC-893BF70F5D1D}" type="datetimeFigureOut">
              <a:rPr lang="en-AU" smtClean="0"/>
              <a:pPr/>
              <a:t>23/05/2017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483D4-2F32-41B7-8A90-D0E8F81D7F79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14475" y="9990138"/>
            <a:ext cx="13546138" cy="282527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13013" y="9990138"/>
            <a:ext cx="13547725" cy="282527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A8215-E8B9-405B-91CC-893BF70F5D1D}" type="datetimeFigureOut">
              <a:rPr lang="en-AU" smtClean="0"/>
              <a:pPr/>
              <a:t>23/05/2017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483D4-2F32-41B7-8A90-D0E8F81D7F79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4475" y="9583738"/>
            <a:ext cx="13376275" cy="39925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4475" y="13576300"/>
            <a:ext cx="13376275" cy="246665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79700" y="9583738"/>
            <a:ext cx="13381038" cy="39925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79700" y="13576300"/>
            <a:ext cx="13381038" cy="246665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A8215-E8B9-405B-91CC-893BF70F5D1D}" type="datetimeFigureOut">
              <a:rPr lang="en-AU" smtClean="0"/>
              <a:pPr/>
              <a:t>23/05/2017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483D4-2F32-41B7-8A90-D0E8F81D7F79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A8215-E8B9-405B-91CC-893BF70F5D1D}" type="datetimeFigureOut">
              <a:rPr lang="en-AU" smtClean="0"/>
              <a:pPr/>
              <a:t>23/05/2017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483D4-2F32-41B7-8A90-D0E8F81D7F79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A8215-E8B9-405B-91CC-893BF70F5D1D}" type="datetimeFigureOut">
              <a:rPr lang="en-AU" smtClean="0"/>
              <a:pPr/>
              <a:t>23/05/2017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483D4-2F32-41B7-8A90-D0E8F81D7F79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4475" y="1704975"/>
            <a:ext cx="9959975" cy="725328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36400" y="1704975"/>
            <a:ext cx="16924338" cy="365379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4475" y="8958263"/>
            <a:ext cx="9959975" cy="292846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A8215-E8B9-405B-91CC-893BF70F5D1D}" type="datetimeFigureOut">
              <a:rPr lang="en-AU" smtClean="0"/>
              <a:pPr/>
              <a:t>23/05/2017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483D4-2F32-41B7-8A90-D0E8F81D7F79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4075" y="29968825"/>
            <a:ext cx="18165763" cy="35369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34075" y="3825875"/>
            <a:ext cx="18165763" cy="256857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34075" y="33505775"/>
            <a:ext cx="18165763" cy="502443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A8215-E8B9-405B-91CC-893BF70F5D1D}" type="datetimeFigureOut">
              <a:rPr lang="en-AU" smtClean="0"/>
              <a:pPr/>
              <a:t>23/05/2017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483D4-2F32-41B7-8A90-D0E8F81D7F79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A8215-E8B9-405B-91CC-893BF70F5D1D}" type="datetimeFigureOut">
              <a:rPr lang="en-AU" smtClean="0"/>
              <a:pPr/>
              <a:t>23/05/2017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483D4-2F32-41B7-8A90-D0E8F81D7F79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950363" y="1714500"/>
            <a:ext cx="6810375" cy="365283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14475" y="1714500"/>
            <a:ext cx="20283488" cy="365283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A8215-E8B9-405B-91CC-893BF70F5D1D}" type="datetimeFigureOut">
              <a:rPr lang="en-AU" smtClean="0"/>
              <a:pPr/>
              <a:t>23/05/2017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483D4-2F32-41B7-8A90-D0E8F81D7F79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125" y="13300075"/>
            <a:ext cx="25734963" cy="91757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41838" y="24260175"/>
            <a:ext cx="21191537" cy="109410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5F50D-CA1B-4AE8-85A0-B23159DAF3E3}" type="datetimeFigureOut">
              <a:rPr lang="en-AU" smtClean="0"/>
              <a:pPr/>
              <a:t>23/05/2017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1A9CB-ED5C-4579-B3C2-C84641D92BA3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5F50D-CA1B-4AE8-85A0-B23159DAF3E3}" type="datetimeFigureOut">
              <a:rPr lang="en-AU" smtClean="0"/>
              <a:pPr/>
              <a:t>23/05/2017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1A9CB-ED5C-4579-B3C2-C84641D92BA3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775" y="27509788"/>
            <a:ext cx="25734963" cy="850423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0775" y="18145125"/>
            <a:ext cx="25734963" cy="9364663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5F50D-CA1B-4AE8-85A0-B23159DAF3E3}" type="datetimeFigureOut">
              <a:rPr lang="en-AU" smtClean="0"/>
              <a:pPr/>
              <a:t>23/05/2017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1A9CB-ED5C-4579-B3C2-C84641D92BA3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14475" y="9990138"/>
            <a:ext cx="13546138" cy="282527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13013" y="9990138"/>
            <a:ext cx="13547725" cy="282527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5F50D-CA1B-4AE8-85A0-B23159DAF3E3}" type="datetimeFigureOut">
              <a:rPr lang="en-AU" smtClean="0"/>
              <a:pPr/>
              <a:t>23/05/2017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1A9CB-ED5C-4579-B3C2-C84641D92BA3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4475" y="9583738"/>
            <a:ext cx="13376275" cy="39925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4475" y="13576300"/>
            <a:ext cx="13376275" cy="246665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79700" y="9583738"/>
            <a:ext cx="13381038" cy="39925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79700" y="13576300"/>
            <a:ext cx="13381038" cy="246665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5F50D-CA1B-4AE8-85A0-B23159DAF3E3}" type="datetimeFigureOut">
              <a:rPr lang="en-AU" smtClean="0"/>
              <a:pPr/>
              <a:t>23/05/2017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1A9CB-ED5C-4579-B3C2-C84641D92BA3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5F50D-CA1B-4AE8-85A0-B23159DAF3E3}" type="datetimeFigureOut">
              <a:rPr lang="en-AU" smtClean="0"/>
              <a:pPr/>
              <a:t>23/05/2017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1A9CB-ED5C-4579-B3C2-C84641D92BA3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5F50D-CA1B-4AE8-85A0-B23159DAF3E3}" type="datetimeFigureOut">
              <a:rPr lang="en-AU" smtClean="0"/>
              <a:pPr/>
              <a:t>23/05/2017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1A9CB-ED5C-4579-B3C2-C84641D92BA3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4475" y="1704975"/>
            <a:ext cx="9959975" cy="725328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36400" y="1704975"/>
            <a:ext cx="16924338" cy="365379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4475" y="8958263"/>
            <a:ext cx="9959975" cy="292846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5F50D-CA1B-4AE8-85A0-B23159DAF3E3}" type="datetimeFigureOut">
              <a:rPr lang="en-AU" smtClean="0"/>
              <a:pPr/>
              <a:t>23/05/2017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1A9CB-ED5C-4579-B3C2-C84641D92BA3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4075" y="29968825"/>
            <a:ext cx="18165763" cy="35369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34075" y="3825875"/>
            <a:ext cx="18165763" cy="256857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34075" y="33505775"/>
            <a:ext cx="18165763" cy="502443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5F50D-CA1B-4AE8-85A0-B23159DAF3E3}" type="datetimeFigureOut">
              <a:rPr lang="en-AU" smtClean="0"/>
              <a:pPr/>
              <a:t>23/05/2017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1A9CB-ED5C-4579-B3C2-C84641D92BA3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5F50D-CA1B-4AE8-85A0-B23159DAF3E3}" type="datetimeFigureOut">
              <a:rPr lang="en-AU" smtClean="0"/>
              <a:pPr/>
              <a:t>23/05/2017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1A9CB-ED5C-4579-B3C2-C84641D92BA3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950363" y="1714500"/>
            <a:ext cx="6810375" cy="365283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14475" y="1714500"/>
            <a:ext cx="20283488" cy="365283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5F50D-CA1B-4AE8-85A0-B23159DAF3E3}" type="datetimeFigureOut">
              <a:rPr lang="en-AU" smtClean="0"/>
              <a:pPr/>
              <a:t>23/05/2017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1A9CB-ED5C-4579-B3C2-C84641D92BA3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125" y="13300075"/>
            <a:ext cx="25734963" cy="91757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41838" y="24260175"/>
            <a:ext cx="21191537" cy="109410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559A7-9A97-44F2-90C7-49938F5CA556}" type="datetimeFigureOut">
              <a:rPr lang="en-AU" smtClean="0"/>
              <a:pPr/>
              <a:t>23/05/2017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22BE7-51AC-4551-A028-822C533957BD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559A7-9A97-44F2-90C7-49938F5CA556}" type="datetimeFigureOut">
              <a:rPr lang="en-AU" smtClean="0"/>
              <a:pPr/>
              <a:t>23/05/2017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22BE7-51AC-4551-A028-822C533957BD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775" y="27509788"/>
            <a:ext cx="25734963" cy="850423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0775" y="18145125"/>
            <a:ext cx="25734963" cy="9364663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559A7-9A97-44F2-90C7-49938F5CA556}" type="datetimeFigureOut">
              <a:rPr lang="en-AU" smtClean="0"/>
              <a:pPr/>
              <a:t>23/05/2017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22BE7-51AC-4551-A028-822C533957BD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14475" y="9990138"/>
            <a:ext cx="13546138" cy="282527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13013" y="9990138"/>
            <a:ext cx="13547725" cy="282527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559A7-9A97-44F2-90C7-49938F5CA556}" type="datetimeFigureOut">
              <a:rPr lang="en-AU" smtClean="0"/>
              <a:pPr/>
              <a:t>23/05/2017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22BE7-51AC-4551-A028-822C533957BD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4475" y="9583738"/>
            <a:ext cx="13376275" cy="39925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4475" y="13576300"/>
            <a:ext cx="13376275" cy="246665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79700" y="9583738"/>
            <a:ext cx="13381038" cy="39925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79700" y="13576300"/>
            <a:ext cx="13381038" cy="246665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559A7-9A97-44F2-90C7-49938F5CA556}" type="datetimeFigureOut">
              <a:rPr lang="en-AU" smtClean="0"/>
              <a:pPr/>
              <a:t>23/05/2017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22BE7-51AC-4551-A028-822C533957BD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559A7-9A97-44F2-90C7-49938F5CA556}" type="datetimeFigureOut">
              <a:rPr lang="en-AU" smtClean="0"/>
              <a:pPr/>
              <a:t>23/05/2017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22BE7-51AC-4551-A028-822C533957BD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559A7-9A97-44F2-90C7-49938F5CA556}" type="datetimeFigureOut">
              <a:rPr lang="en-AU" smtClean="0"/>
              <a:pPr/>
              <a:t>23/05/2017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22BE7-51AC-4551-A028-822C533957BD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4475" y="1704975"/>
            <a:ext cx="9959975" cy="725328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36400" y="1704975"/>
            <a:ext cx="16924338" cy="365379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4475" y="8958263"/>
            <a:ext cx="9959975" cy="292846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559A7-9A97-44F2-90C7-49938F5CA556}" type="datetimeFigureOut">
              <a:rPr lang="en-AU" smtClean="0"/>
              <a:pPr/>
              <a:t>23/05/2017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22BE7-51AC-4551-A028-822C533957BD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4075" y="29968825"/>
            <a:ext cx="18165763" cy="35369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34075" y="3825875"/>
            <a:ext cx="18165763" cy="256857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34075" y="33505775"/>
            <a:ext cx="18165763" cy="502443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559A7-9A97-44F2-90C7-49938F5CA556}" type="datetimeFigureOut">
              <a:rPr lang="en-AU" smtClean="0"/>
              <a:pPr/>
              <a:t>23/05/2017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22BE7-51AC-4551-A028-822C533957BD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559A7-9A97-44F2-90C7-49938F5CA556}" type="datetimeFigureOut">
              <a:rPr lang="en-AU" smtClean="0"/>
              <a:pPr/>
              <a:t>23/05/2017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22BE7-51AC-4551-A028-822C533957BD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950363" y="1714500"/>
            <a:ext cx="6810375" cy="365283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14475" y="1714500"/>
            <a:ext cx="20283488" cy="365283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559A7-9A97-44F2-90C7-49938F5CA556}" type="datetimeFigureOut">
              <a:rPr lang="en-AU" smtClean="0"/>
              <a:pPr/>
              <a:t>23/05/2017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22BE7-51AC-4551-A028-822C533957BD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0275213" cy="379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094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088170" rtl="0" eaLnBrk="1" latinLnBrk="0" hangingPunct="1">
        <a:spcBef>
          <a:spcPct val="0"/>
        </a:spcBef>
        <a:buNone/>
        <a:defRPr sz="20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66127" indent="-1566127" algn="l" defTabSz="2088170" rtl="0" eaLnBrk="1" latinLnBrk="0" hangingPunct="1">
        <a:spcBef>
          <a:spcPct val="20000"/>
        </a:spcBef>
        <a:buFont typeface="Arial"/>
        <a:buChar char="•"/>
        <a:defRPr sz="14600" kern="1200">
          <a:solidFill>
            <a:schemeClr val="tx1"/>
          </a:solidFill>
          <a:latin typeface="+mn-lt"/>
          <a:ea typeface="+mn-ea"/>
          <a:cs typeface="+mn-cs"/>
        </a:defRPr>
      </a:lvl1pPr>
      <a:lvl2pPr marL="3393276" indent="-1305106" algn="l" defTabSz="2088170" rtl="0" eaLnBrk="1" latinLnBrk="0" hangingPunct="1">
        <a:spcBef>
          <a:spcPct val="20000"/>
        </a:spcBef>
        <a:buFont typeface="Arial"/>
        <a:buChar char="–"/>
        <a:defRPr sz="12800" kern="1200">
          <a:solidFill>
            <a:schemeClr val="tx1"/>
          </a:solidFill>
          <a:latin typeface="+mn-lt"/>
          <a:ea typeface="+mn-ea"/>
          <a:cs typeface="+mn-cs"/>
        </a:defRPr>
      </a:lvl2pPr>
      <a:lvl3pPr marL="5220424" indent="-1044085" algn="l" defTabSz="2088170" rtl="0" eaLnBrk="1" latinLnBrk="0" hangingPunct="1">
        <a:spcBef>
          <a:spcPct val="20000"/>
        </a:spcBef>
        <a:buFont typeface="Arial"/>
        <a:buChar char="•"/>
        <a:defRPr sz="11000" kern="1200">
          <a:solidFill>
            <a:schemeClr val="tx1"/>
          </a:solidFill>
          <a:latin typeface="+mn-lt"/>
          <a:ea typeface="+mn-ea"/>
          <a:cs typeface="+mn-cs"/>
        </a:defRPr>
      </a:lvl3pPr>
      <a:lvl4pPr marL="7308593" indent="-1044085" algn="l" defTabSz="2088170" rtl="0" eaLnBrk="1" latinLnBrk="0" hangingPunct="1">
        <a:spcBef>
          <a:spcPct val="20000"/>
        </a:spcBef>
        <a:buFont typeface="Arial"/>
        <a:buChar char="–"/>
        <a:defRPr sz="9100" kern="1200">
          <a:solidFill>
            <a:schemeClr val="tx1"/>
          </a:solidFill>
          <a:latin typeface="+mn-lt"/>
          <a:ea typeface="+mn-ea"/>
          <a:cs typeface="+mn-cs"/>
        </a:defRPr>
      </a:lvl4pPr>
      <a:lvl5pPr marL="9396763" indent="-1044085" algn="l" defTabSz="2088170" rtl="0" eaLnBrk="1" latinLnBrk="0" hangingPunct="1">
        <a:spcBef>
          <a:spcPct val="20000"/>
        </a:spcBef>
        <a:buFont typeface="Arial"/>
        <a:buChar char="»"/>
        <a:defRPr sz="9100" kern="1200">
          <a:solidFill>
            <a:schemeClr val="tx1"/>
          </a:solidFill>
          <a:latin typeface="+mn-lt"/>
          <a:ea typeface="+mn-ea"/>
          <a:cs typeface="+mn-cs"/>
        </a:defRPr>
      </a:lvl5pPr>
      <a:lvl6pPr marL="11484933" indent="-1044085" algn="l" defTabSz="2088170" rtl="0" eaLnBrk="1" latinLnBrk="0" hangingPunct="1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6pPr>
      <a:lvl7pPr marL="13573102" indent="-1044085" algn="l" defTabSz="2088170" rtl="0" eaLnBrk="1" latinLnBrk="0" hangingPunct="1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7pPr>
      <a:lvl8pPr marL="15661272" indent="-1044085" algn="l" defTabSz="2088170" rtl="0" eaLnBrk="1" latinLnBrk="0" hangingPunct="1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8pPr>
      <a:lvl9pPr marL="17749441" indent="-1044085" algn="l" defTabSz="2088170" rtl="0" eaLnBrk="1" latinLnBrk="0" hangingPunct="1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08817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1pPr>
      <a:lvl2pPr marL="2088170" algn="l" defTabSz="208817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2pPr>
      <a:lvl3pPr marL="4176339" algn="l" defTabSz="208817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3pPr>
      <a:lvl4pPr marL="6264509" algn="l" defTabSz="208817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4pPr>
      <a:lvl5pPr marL="8352678" algn="l" defTabSz="208817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5pPr>
      <a:lvl6pPr marL="10440848" algn="l" defTabSz="208817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6pPr>
      <a:lvl7pPr marL="12529017" algn="l" defTabSz="208817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7pPr>
      <a:lvl8pPr marL="14617187" algn="l" defTabSz="208817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8pPr>
      <a:lvl9pPr marL="16705356" algn="l" defTabSz="208817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14475" y="1714500"/>
            <a:ext cx="27246263" cy="71358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4475" y="9990138"/>
            <a:ext cx="27246263" cy="282527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14475" y="39679563"/>
            <a:ext cx="7062788" cy="2279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4A8215-E8B9-405B-91CC-893BF70F5D1D}" type="datetimeFigureOut">
              <a:rPr lang="en-AU" smtClean="0"/>
              <a:pPr/>
              <a:t>23/05/2017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344150" y="39679563"/>
            <a:ext cx="9586913" cy="2279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697950" y="39679563"/>
            <a:ext cx="7062788" cy="2279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9483D4-2F32-41B7-8A90-D0E8F81D7F79}" type="slidenum">
              <a:rPr lang="en-AU" smtClean="0"/>
              <a:pPr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14475" y="1714500"/>
            <a:ext cx="27246263" cy="71358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4475" y="9990138"/>
            <a:ext cx="27246263" cy="282527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14475" y="39679563"/>
            <a:ext cx="7062788" cy="2279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D5F50D-CA1B-4AE8-85A0-B23159DAF3E3}" type="datetimeFigureOut">
              <a:rPr lang="en-AU" smtClean="0"/>
              <a:pPr/>
              <a:t>23/05/2017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344150" y="39679563"/>
            <a:ext cx="9586913" cy="2279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697950" y="39679563"/>
            <a:ext cx="7062788" cy="2279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81A9CB-ED5C-4579-B3C2-C84641D92BA3}" type="slidenum">
              <a:rPr lang="en-AU" smtClean="0"/>
              <a:pPr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14475" y="1714500"/>
            <a:ext cx="27246263" cy="71358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4475" y="9990138"/>
            <a:ext cx="27246263" cy="282527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14475" y="39679563"/>
            <a:ext cx="7062788" cy="2279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0559A7-9A97-44F2-90C7-49938F5CA556}" type="datetimeFigureOut">
              <a:rPr lang="en-AU" smtClean="0"/>
              <a:pPr/>
              <a:t>23/05/2017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344150" y="39679563"/>
            <a:ext cx="9586913" cy="2279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697950" y="39679563"/>
            <a:ext cx="7062788" cy="2279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722BE7-51AC-4551-A028-822C533957BD}" type="slidenum">
              <a:rPr lang="en-AU" smtClean="0"/>
              <a:pPr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5.jpeg"/><Relationship Id="rId6" Type="http://schemas.openxmlformats.org/officeDocument/2006/relationships/image" Target="../media/image6.jpeg"/><Relationship Id="rId7" Type="http://schemas.openxmlformats.org/officeDocument/2006/relationships/image" Target="../media/image7.jpeg"/><Relationship Id="rId8" Type="http://schemas.openxmlformats.org/officeDocument/2006/relationships/image" Target="../media/image8.jpeg"/><Relationship Id="rId9" Type="http://schemas.openxmlformats.org/officeDocument/2006/relationships/image" Target="../media/image9.jpe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16000" y="4069080"/>
            <a:ext cx="29843999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b="1" dirty="0" smtClean="0">
                <a:latin typeface="Arial" pitchFamily="34" charset="0"/>
                <a:cs typeface="Arial" pitchFamily="34" charset="0"/>
              </a:rPr>
              <a:t>Comparison and Implementation of Data Compression Methods for SoC-based Radar Systems</a:t>
            </a:r>
          </a:p>
          <a:p>
            <a:pPr algn="ctr"/>
            <a:r>
              <a:rPr lang="en-AU" sz="7200" i="1" dirty="0" smtClean="0">
                <a:latin typeface="Arial" pitchFamily="34" charset="0"/>
                <a:cs typeface="Arial" pitchFamily="34" charset="0"/>
              </a:rPr>
              <a:t>Author: Jordan Mohindra</a:t>
            </a:r>
          </a:p>
          <a:p>
            <a:pPr algn="ctr"/>
            <a:r>
              <a:rPr lang="en-AU" sz="4800" i="1" dirty="0" smtClean="0">
                <a:latin typeface="Arial" pitchFamily="34" charset="0"/>
                <a:cs typeface="Arial" pitchFamily="34" charset="0"/>
              </a:rPr>
              <a:t>Supervisor: A/Prof Beena Ahmed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91549" y="862280"/>
            <a:ext cx="13500000" cy="116955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AU" sz="7200" b="0" dirty="0" smtClean="0">
                <a:latin typeface="Arial" pitchFamily="34" charset="0"/>
                <a:cs typeface="Arial" pitchFamily="34" charset="0"/>
              </a:rPr>
              <a:t>2026 Thesis Project</a:t>
            </a:r>
            <a:r>
              <a:rPr lang="en-AU" sz="7200" b="0" dirty="0" smtClean="0">
                <a:latin typeface="Arial" pitchFamily="34" charset="0"/>
                <a:cs typeface="Arial" pitchFamily="34" charset="0"/>
              </a:rPr>
              <a:t/>
            </a:r>
            <a:endParaRPr lang="en-AU" sz="7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77240" y="8714232"/>
            <a:ext cx="11521440" cy="6035040"/>
          </a:xfrm>
          <a:prstGeom prst="roundRect">
            <a:avLst>
              <a:gd name="adj" fmla="val 4000"/>
            </a:avLst>
          </a:prstGeom>
          <a:solidFill>
            <a:srgbClr val="B9C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97280" y="8942832"/>
            <a:ext cx="10881360" cy="6400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 i="0">
                <a:solidFill>
                  <a:srgbClr val="000000"/>
                </a:solidFill>
                <a:latin typeface="Arial"/>
              </a:rPr>
              <a:t>Why compress radar data?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9674352"/>
            <a:ext cx="10881360" cy="23774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 marL="320040" indent="-320040">
              <a:spcAft>
                <a:spcPts val="1000"/>
              </a:spcAft>
              <a:buChar char="•"/>
            </a:pPr>
            <a:r>
              <a:rPr sz="2400" b="0" i="0">
                <a:solidFill>
                  <a:srgbClr val="000000"/>
                </a:solidFill>
                <a:latin typeface="Arial"/>
              </a:rPr>
              <a:t>Cascaded MIMO radars (here </a:t>
            </a:r>
            <a:r>
              <a:rPr sz="2400" b="1" i="0">
                <a:solidFill>
                  <a:srgbClr val="000000"/>
                </a:solidFill>
                <a:latin typeface="Arial"/>
              </a:rPr>
              <a:t>12 transmitters × 16 receivers</a:t>
            </a:r>
            <a:r>
              <a:rPr sz="2400" b="0" i="0">
                <a:solidFill>
                  <a:srgbClr val="000000"/>
                </a:solidFill>
                <a:latin typeface="Arial"/>
              </a:rPr>
              <a:t>) produce </a:t>
            </a:r>
            <a:r>
              <a:rPr sz="2400" b="1" i="0">
                <a:solidFill>
                  <a:srgbClr val="000000"/>
                </a:solidFill>
                <a:latin typeface="Arial"/>
              </a:rPr>
              <a:t>very high data rates</a:t>
            </a:r>
            <a:r>
              <a:rPr sz="2400" b="0" i="0">
                <a:solidFill>
                  <a:srgbClr val="000000"/>
                </a:solidFill>
                <a:latin typeface="Arial"/>
              </a:rPr>
              <a:t>: 3.2 Gbit/s in Kiem's system [1].</a:t>
            </a:r>
          </a:p>
          <a:p>
            <a:pPr algn="l" marL="320040" indent="-320040">
              <a:spcAft>
                <a:spcPts val="1000"/>
              </a:spcAft>
              <a:buChar char="•"/>
            </a:pPr>
            <a:r>
              <a:rPr sz="2400" b="0" i="0">
                <a:solidFill>
                  <a:srgbClr val="000000"/>
                </a:solidFill>
                <a:latin typeface="Arial"/>
              </a:rPr>
              <a:t>The link to the car's central computer (SoC) becomes the bottleneck: bandwidth, power and delay.</a:t>
            </a:r>
          </a:p>
          <a:p>
            <a:pPr algn="l" marL="320040" indent="-320040">
              <a:spcAft>
                <a:spcPts val="1000"/>
              </a:spcAft>
              <a:buChar char="•"/>
            </a:pPr>
            <a:r>
              <a:rPr sz="2400" b="0" i="0">
                <a:solidFill>
                  <a:srgbClr val="000000"/>
                </a:solidFill>
                <a:latin typeface="Arial"/>
              </a:rPr>
              <a:t>So: </a:t>
            </a:r>
            <a:r>
              <a:rPr sz="2400" b="1" i="0">
                <a:solidFill>
                  <a:srgbClr val="000000"/>
                </a:solidFill>
                <a:latin typeface="Arial"/>
              </a:rPr>
              <a:t>compress at the sensor, losslessly</a:t>
            </a:r>
            <a:r>
              <a:rPr sz="2400" b="0" i="0">
                <a:solidFill>
                  <a:srgbClr val="000000"/>
                </a:solidFill>
                <a:latin typeface="Arial"/>
              </a:rPr>
              <a:t>. Less data on the link, </a:t>
            </a:r>
            <a:r>
              <a:rPr sz="2400" b="1" i="0">
                <a:solidFill>
                  <a:srgbClr val="000000"/>
                </a:solidFill>
                <a:latin typeface="Arial"/>
              </a:rPr>
              <a:t>identical</a:t>
            </a:r>
            <a:r>
              <a:rPr sz="2400" b="0" i="0">
                <a:solidFill>
                  <a:srgbClr val="000000"/>
                </a:solidFill>
                <a:latin typeface="Arial"/>
              </a:rPr>
              <a:t> data after decoding, so target detection is unchanged.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12326112"/>
            <a:ext cx="233172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800" b="1" i="0">
                <a:solidFill>
                  <a:srgbClr val="000000"/>
                </a:solidFill>
                <a:latin typeface="Arial"/>
              </a:rPr>
              <a:t>Radar</a:t>
            </a:r>
          </a:p>
          <a:p>
            <a:pPr algn="ctr"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393 KB / frame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80560" y="12326112"/>
            <a:ext cx="2331720" cy="1691640"/>
          </a:xfrm>
          <a:prstGeom prst="roundRect">
            <a:avLst>
              <a:gd name="adj" fmla="val 12000"/>
            </a:avLst>
          </a:prstGeom>
          <a:solidFill>
            <a:srgbClr val="FFE066"/>
          </a:solidFill>
          <a:ln w="381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800" b="1" i="0">
                <a:solidFill>
                  <a:srgbClr val="000000"/>
                </a:solidFill>
                <a:latin typeface="Arial"/>
              </a:rPr>
              <a:t>FPGA</a:t>
            </a:r>
          </a:p>
          <a:p>
            <a:pPr algn="ctr"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compress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12326112"/>
            <a:ext cx="233172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800" b="1" i="0">
                <a:solidFill>
                  <a:srgbClr val="000000"/>
                </a:solidFill>
                <a:latin typeface="Arial"/>
              </a:rPr>
              <a:t>SoC</a:t>
            </a:r>
          </a:p>
          <a:p>
            <a:pPr algn="ctr"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decompress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3520440" y="12760452"/>
            <a:ext cx="868680" cy="822960"/>
          </a:xfrm>
          <a:prstGeom prst="rightArrow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ight Arrow 37"/>
          <p:cNvSpPr/>
          <p:nvPr/>
        </p:nvSpPr>
        <p:spPr>
          <a:xfrm>
            <a:off x="6903720" y="13053060"/>
            <a:ext cx="868680" cy="237744"/>
          </a:xfrm>
          <a:prstGeom prst="rightArrow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60820" y="13354812"/>
            <a:ext cx="1554480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93 KB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14063472"/>
            <a:ext cx="2697479" cy="4572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0" i="1">
                <a:solidFill>
                  <a:srgbClr val="000000"/>
                </a:solidFill>
                <a:latin typeface="Arial"/>
              </a:rPr>
              <a:t>same data, bit for bit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710159" y="8714232"/>
            <a:ext cx="10067543" cy="6035040"/>
          </a:xfrm>
          <a:prstGeom prst="roundRect">
            <a:avLst>
              <a:gd name="adj" fmla="val 4000"/>
            </a:avLst>
          </a:prstGeom>
          <a:solidFill>
            <a:srgbClr val="B9C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3030199" y="8942832"/>
            <a:ext cx="9427463" cy="6400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 i="0">
                <a:solidFill>
                  <a:srgbClr val="000000"/>
                </a:solidFill>
                <a:latin typeface="Arial"/>
              </a:rPr>
              <a:t>What are DRHE and LPC?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030199" y="9674352"/>
            <a:ext cx="9427463" cy="4937759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 marL="320040" indent="-320040">
              <a:spcAft>
                <a:spcPts val="1000"/>
              </a:spcAft>
              <a:buChar char="•"/>
            </a:pPr>
            <a:r>
              <a:rPr sz="2400" b="0" i="0">
                <a:solidFill>
                  <a:srgbClr val="000000"/>
                </a:solidFill>
                <a:latin typeface="Arial"/>
              </a:rPr>
              <a:t>Both </a:t>
            </a:r>
            <a:r>
              <a:rPr sz="2400" b="1" i="0">
                <a:solidFill>
                  <a:srgbClr val="000000"/>
                </a:solidFill>
                <a:latin typeface="Arial"/>
              </a:rPr>
              <a:t>predict</a:t>
            </a:r>
            <a:r>
              <a:rPr sz="2400" b="0" i="0">
                <a:solidFill>
                  <a:srgbClr val="000000"/>
                </a:solidFill>
                <a:latin typeface="Arial"/>
              </a:rPr>
              <a:t> each sample from earlier chirps of the </a:t>
            </a:r>
            <a:r>
              <a:rPr sz="2400" b="1" i="0">
                <a:solidFill>
                  <a:srgbClr val="000000"/>
                </a:solidFill>
                <a:latin typeface="Arial"/>
              </a:rPr>
              <a:t>same transmitter</a:t>
            </a:r>
            <a:r>
              <a:rPr sz="2400" b="0" i="0">
                <a:solidFill>
                  <a:srgbClr val="000000"/>
                </a:solidFill>
                <a:latin typeface="Arial"/>
              </a:rPr>
              <a:t>, then </a:t>
            </a:r>
            <a:r>
              <a:rPr sz="2400" b="1" i="0">
                <a:solidFill>
                  <a:srgbClr val="000000"/>
                </a:solidFill>
                <a:latin typeface="Arial"/>
              </a:rPr>
              <a:t>Huffman-code the small prediction error</a:t>
            </a:r>
            <a:r>
              <a:rPr sz="2400" b="0" i="0">
                <a:solidFill>
                  <a:srgbClr val="000000"/>
                </a:solidFill>
                <a:latin typeface="Arial"/>
              </a:rPr>
              <a:t>. The decoder makes the same prediction and adds the error back, so nothing is lost.</a:t>
            </a:r>
          </a:p>
          <a:p>
            <a:pPr algn="l" marL="320040" indent="-320040">
              <a:spcAft>
                <a:spcPts val="1000"/>
              </a:spcAft>
              <a:buChar char="•"/>
            </a:pPr>
            <a:r>
              <a:rPr sz="2400" b="1" i="0">
                <a:solidFill>
                  <a:srgbClr val="000000"/>
                </a:solidFill>
                <a:latin typeface="Arial"/>
              </a:rPr>
              <a:t>DRHE</a:t>
            </a:r>
            <a:r>
              <a:rPr sz="2400" b="0" i="0">
                <a:solidFill>
                  <a:srgbClr val="000000"/>
                </a:solidFill>
                <a:latin typeface="Arial"/>
              </a:rPr>
              <a:t> (Kiem [1]): fixed filters predict the magnitude and phase from the previous ramps. Works </a:t>
            </a:r>
            <a:r>
              <a:rPr sz="2400" b="1" i="0">
                <a:solidFill>
                  <a:srgbClr val="000000"/>
                </a:solidFill>
                <a:latin typeface="Arial"/>
              </a:rPr>
              <a:t>as the data streams in</a:t>
            </a:r>
            <a:r>
              <a:rPr sz="2400" b="0" i="0">
                <a:solidFill>
                  <a:srgbClr val="000000"/>
                </a:solidFill>
                <a:latin typeface="Arial"/>
              </a:rPr>
              <a:t>.</a:t>
            </a:r>
          </a:p>
          <a:p>
            <a:pPr algn="l" marL="320040" indent="-320040">
              <a:spcAft>
                <a:spcPts val="1000"/>
              </a:spcAft>
              <a:buChar char="•"/>
            </a:pPr>
            <a:r>
              <a:rPr sz="2400" b="1" i="0">
                <a:solidFill>
                  <a:srgbClr val="000000"/>
                </a:solidFill>
                <a:latin typeface="Arial"/>
              </a:rPr>
              <a:t>LPC</a:t>
            </a:r>
            <a:r>
              <a:rPr sz="2400" b="0" i="0">
                <a:solidFill>
                  <a:srgbClr val="000000"/>
                </a:solidFill>
                <a:latin typeface="Arial"/>
              </a:rPr>
              <a:t>: fits 2 coefficients per range bin to the whole frame: x[m] ≈ a₁·x[m−12] + a₂·x[m−24].</a:t>
            </a:r>
          </a:p>
          <a:p>
            <a:pPr algn="l" marL="320040" indent="-320040">
              <a:spcAft>
                <a:spcPts val="1000"/>
              </a:spcAft>
              <a:buChar char="•"/>
            </a:pPr>
            <a:r>
              <a:rPr sz="2400" b="1" i="0">
                <a:solidFill>
                  <a:srgbClr val="000000"/>
                </a:solidFill>
                <a:latin typeface="Arial"/>
              </a:rPr>
              <a:t>Why these two?</a:t>
            </a:r>
            <a:r>
              <a:rPr sz="2400" b="0" i="0">
                <a:solidFill>
                  <a:srgbClr val="000000"/>
                </a:solidFill>
                <a:latin typeface="Arial"/>
              </a:rPr>
              <a:t> In the MATLAB screen (step 2) they were the </a:t>
            </a:r>
            <a:r>
              <a:rPr sz="2400" b="1" i="0">
                <a:solidFill>
                  <a:srgbClr val="000000"/>
                </a:solidFill>
                <a:latin typeface="Arial"/>
              </a:rPr>
              <a:t>only lossless methods</a:t>
            </a:r>
            <a:r>
              <a:rPr sz="2400" b="0" i="0">
                <a:solidFill>
                  <a:srgbClr val="000000"/>
                </a:solidFill>
                <a:latin typeface="Arial"/>
              </a:rPr>
              <a:t> with a compression ratio above 3.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3189183" y="8714232"/>
            <a:ext cx="6309360" cy="6035040"/>
          </a:xfrm>
          <a:prstGeom prst="roundRect">
            <a:avLst>
              <a:gd name="adj" fmla="val 6000"/>
            </a:avLst>
          </a:prstGeom>
          <a:solidFill>
            <a:srgbClr val="E4ECF6"/>
          </a:solidFill>
          <a:ln w="5080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1000"/>
              </a:spcAft>
            </a:pPr>
            <a:r>
              <a:rPr sz="2400" b="0" i="1">
                <a:solidFill>
                  <a:srgbClr val="000000"/>
                </a:solidFill>
                <a:latin typeface="Arial"/>
              </a:rPr>
              <a:t>[Photo: KCU116 FPGA board and laptop running the test]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" y="15206472"/>
            <a:ext cx="28721303" cy="22311360"/>
          </a:xfrm>
          <a:prstGeom prst="roundRect">
            <a:avLst>
              <a:gd name="adj" fmla="val 2500"/>
            </a:avLst>
          </a:prstGeom>
          <a:noFill/>
          <a:ln w="127000">
            <a:solidFill>
              <a:srgbClr val="B9C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77240" y="15389351"/>
            <a:ext cx="28721303" cy="7315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spcAft>
                <a:spcPts val="1000"/>
              </a:spcAft>
            </a:pPr>
            <a:r>
              <a:rPr sz="4400" b="1" i="0">
                <a:solidFill>
                  <a:srgbClr val="000000"/>
                </a:solidFill>
                <a:latin typeface="Arial"/>
              </a:rPr>
              <a:t>Method → Results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234440" y="16303751"/>
            <a:ext cx="7223760" cy="3886200"/>
          </a:xfrm>
          <a:prstGeom prst="roundRect">
            <a:avLst>
              <a:gd name="adj" fmla="val 8000"/>
            </a:avLst>
          </a:prstGeom>
          <a:solidFill>
            <a:srgbClr val="B9C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1508760" y="16578072"/>
            <a:ext cx="868680" cy="86868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10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60320" y="16651223"/>
            <a:ext cx="5760720" cy="7315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000000"/>
                </a:solidFill>
                <a:latin typeface="Arial"/>
              </a:rPr>
              <a:t>Real radar data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08760" y="17538192"/>
            <a:ext cx="6766560" cy="2606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0">
                <a:solidFill>
                  <a:srgbClr val="000000"/>
                </a:solidFill>
                <a:latin typeface="Arial"/>
              </a:rPr>
              <a:t>ColoRadar recordings [2] from a </a:t>
            </a:r>
            <a:r>
              <a:rPr sz="2400" b="1" i="0">
                <a:solidFill>
                  <a:srgbClr val="000000"/>
                </a:solidFill>
                <a:latin typeface="Arial"/>
              </a:rPr>
              <a:t>TI AWR2243 cascade</a:t>
            </a:r>
            <a:r>
              <a:rPr sz="2400" b="0" i="0">
                <a:solidFill>
                  <a:srgbClr val="000000"/>
                </a:solidFill>
                <a:latin typeface="Arial"/>
              </a:rPr>
              <a:t> (12 TX). Range FFT in MATLAB, then </a:t>
            </a:r>
            <a:r>
              <a:rPr sz="2400" b="1" i="0">
                <a:solidFill>
                  <a:srgbClr val="000000"/>
                </a:solidFill>
                <a:latin typeface="Arial"/>
              </a:rPr>
              <a:t>16-bit frames</a:t>
            </a:r>
            <a:r>
              <a:rPr sz="2400" b="0" i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8686800" y="17881092"/>
            <a:ext cx="914400" cy="731520"/>
          </a:xfrm>
          <a:prstGeom prst="rightArrow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234440" y="20509992"/>
            <a:ext cx="7223760" cy="3886200"/>
          </a:xfrm>
          <a:prstGeom prst="roundRect">
            <a:avLst>
              <a:gd name="adj" fmla="val 8000"/>
            </a:avLst>
          </a:prstGeom>
          <a:solidFill>
            <a:srgbClr val="B9C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1508760" y="20784312"/>
            <a:ext cx="868680" cy="86868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10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60320" y="20857464"/>
            <a:ext cx="5760720" cy="7315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000000"/>
                </a:solidFill>
                <a:latin typeface="Arial"/>
              </a:rPr>
              <a:t>Screen 8 algorithms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08760" y="21744432"/>
            <a:ext cx="6766560" cy="2606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0">
                <a:solidFill>
                  <a:srgbClr val="000000"/>
                </a:solidFill>
                <a:latin typeface="Arial"/>
              </a:rPr>
              <a:t>MATLAB: </a:t>
            </a:r>
            <a:r>
              <a:rPr sz="2400" b="1" i="0">
                <a:solidFill>
                  <a:srgbClr val="000000"/>
                </a:solidFill>
                <a:latin typeface="Arial"/>
              </a:rPr>
              <a:t>compression ratio</a:t>
            </a:r>
            <a:r>
              <a:rPr sz="2400" b="0" i="0">
                <a:solidFill>
                  <a:srgbClr val="000000"/>
                </a:solidFill>
                <a:latin typeface="Arial"/>
              </a:rPr>
              <a:t> and </a:t>
            </a:r>
            <a:r>
              <a:rPr sz="2400" b="1" i="0">
                <a:solidFill>
                  <a:srgbClr val="000000"/>
                </a:solidFill>
                <a:latin typeface="Arial"/>
              </a:rPr>
              <a:t>target detection</a:t>
            </a:r>
            <a:r>
              <a:rPr sz="2400" b="0" i="0">
                <a:solidFill>
                  <a:srgbClr val="000000"/>
                </a:solidFill>
                <a:latin typeface="Arial"/>
              </a:rPr>
              <a:t> for every method on </a:t>
            </a:r>
            <a:r>
              <a:rPr sz="2400" b="1" i="0">
                <a:solidFill>
                  <a:srgbClr val="000000"/>
                </a:solidFill>
                <a:latin typeface="Arial"/>
              </a:rPr>
              <a:t>50 frames</a:t>
            </a:r>
            <a:r>
              <a:rPr sz="2400" b="0" i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8686800" y="22087332"/>
            <a:ext cx="914400" cy="731520"/>
          </a:xfrm>
          <a:prstGeom prst="rightArrow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234440" y="24716231"/>
            <a:ext cx="7223760" cy="3886200"/>
          </a:xfrm>
          <a:prstGeom prst="roundRect">
            <a:avLst>
              <a:gd name="adj" fmla="val 8000"/>
            </a:avLst>
          </a:prstGeom>
          <a:solidFill>
            <a:srgbClr val="B9C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Oval 57"/>
          <p:cNvSpPr/>
          <p:nvPr/>
        </p:nvSpPr>
        <p:spPr>
          <a:xfrm>
            <a:off x="1508760" y="24990552"/>
            <a:ext cx="868680" cy="86868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10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60320" y="25063703"/>
            <a:ext cx="5760720" cy="7315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000000"/>
                </a:solidFill>
                <a:latin typeface="Arial"/>
              </a:rPr>
              <a:t>DRHE vs LPC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08760" y="25950672"/>
            <a:ext cx="6766560" cy="2606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0">
                <a:solidFill>
                  <a:srgbClr val="000000"/>
                </a:solidFill>
                <a:latin typeface="Arial"/>
              </a:rPr>
              <a:t>Where does the compression come from? </a:t>
            </a:r>
            <a:r>
              <a:rPr sz="2400" b="1" i="0">
                <a:solidFill>
                  <a:srgbClr val="000000"/>
                </a:solidFill>
                <a:latin typeface="Arial"/>
              </a:rPr>
              <a:t>Huffman coding</a:t>
            </a:r>
            <a:r>
              <a:rPr sz="2400" b="0" i="0">
                <a:solidFill>
                  <a:srgbClr val="000000"/>
                </a:solidFill>
                <a:latin typeface="Arial"/>
              </a:rPr>
              <a:t>, </a:t>
            </a:r>
            <a:r>
              <a:rPr sz="2400" b="1" i="0">
                <a:solidFill>
                  <a:srgbClr val="000000"/>
                </a:solidFill>
                <a:latin typeface="Arial"/>
              </a:rPr>
              <a:t>prediction</a:t>
            </a:r>
            <a:r>
              <a:rPr sz="2400" b="0" i="0">
                <a:solidFill>
                  <a:srgbClr val="000000"/>
                </a:solidFill>
                <a:latin typeface="Arial"/>
              </a:rPr>
              <a:t>, and a </a:t>
            </a:r>
            <a:r>
              <a:rPr sz="2400" b="1" i="0">
                <a:solidFill>
                  <a:srgbClr val="000000"/>
                </a:solidFill>
                <a:latin typeface="Arial"/>
              </a:rPr>
              <a:t>dictionary re-derived</a:t>
            </a:r>
            <a:r>
              <a:rPr sz="2400" b="0" i="0">
                <a:solidFill>
                  <a:srgbClr val="000000"/>
                </a:solidFill>
                <a:latin typeface="Arial"/>
              </a:rPr>
              <a:t> for this data. </a:t>
            </a:r>
            <a:r>
              <a:rPr sz="2400" b="1" i="0">
                <a:solidFill>
                  <a:srgbClr val="000000"/>
                </a:solidFill>
                <a:latin typeface="Arial"/>
              </a:rPr>
              <a:t>The dictionary helps more than the predictor.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8686800" y="26293572"/>
            <a:ext cx="914400" cy="731520"/>
          </a:xfrm>
          <a:prstGeom prst="rightArrow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234440" y="28922471"/>
            <a:ext cx="7223760" cy="3886200"/>
          </a:xfrm>
          <a:prstGeom prst="roundRect">
            <a:avLst>
              <a:gd name="adj" fmla="val 8000"/>
            </a:avLst>
          </a:prstGeom>
          <a:solidFill>
            <a:srgbClr val="B9C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1508760" y="29196791"/>
            <a:ext cx="868680" cy="86868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10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60320" y="29269944"/>
            <a:ext cx="5760720" cy="7315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000000"/>
                </a:solidFill>
                <a:latin typeface="Arial"/>
              </a:rPr>
              <a:t>Build it in hardware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08760" y="30156911"/>
            <a:ext cx="6766560" cy="2606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0">
                <a:solidFill>
                  <a:srgbClr val="000000"/>
                </a:solidFill>
                <a:latin typeface="Arial"/>
              </a:rPr>
              <a:t>C++ in </a:t>
            </a:r>
            <a:r>
              <a:rPr sz="2400" b="1" i="0">
                <a:solidFill>
                  <a:srgbClr val="000000"/>
                </a:solidFill>
                <a:latin typeface="Arial"/>
              </a:rPr>
              <a:t>Vitis HLS</a:t>
            </a:r>
            <a:r>
              <a:rPr sz="2400" b="0" i="0">
                <a:solidFill>
                  <a:srgbClr val="000000"/>
                </a:solidFill>
                <a:latin typeface="Arial"/>
              </a:rPr>
              <a:t> → </a:t>
            </a:r>
            <a:r>
              <a:rPr sz="2400" b="1" i="0">
                <a:solidFill>
                  <a:srgbClr val="000000"/>
                </a:solidFill>
                <a:latin typeface="Arial"/>
              </a:rPr>
              <a:t>Vivado</a:t>
            </a:r>
            <a:r>
              <a:rPr sz="2400" b="0" i="0">
                <a:solidFill>
                  <a:srgbClr val="000000"/>
                </a:solidFill>
                <a:latin typeface="Arial"/>
              </a:rPr>
              <a:t> → AMD </a:t>
            </a:r>
            <a:r>
              <a:rPr sz="2400" b="1" i="0">
                <a:solidFill>
                  <a:srgbClr val="000000"/>
                </a:solidFill>
                <a:latin typeface="Arial"/>
              </a:rPr>
              <a:t>KCU116</a:t>
            </a:r>
            <a:r>
              <a:rPr sz="2400" b="0" i="0">
                <a:solidFill>
                  <a:srgbClr val="000000"/>
                </a:solidFill>
                <a:latin typeface="Arial"/>
              </a:rPr>
              <a:t> FPGA. Encoder and decoder on the chip.</a:t>
            </a:r>
          </a:p>
        </p:txBody>
      </p:sp>
      <p:sp>
        <p:nvSpPr>
          <p:cNvPr id="66" name="Right Arrow 65"/>
          <p:cNvSpPr/>
          <p:nvPr/>
        </p:nvSpPr>
        <p:spPr>
          <a:xfrm>
            <a:off x="8686800" y="30499811"/>
            <a:ext cx="914400" cy="731520"/>
          </a:xfrm>
          <a:prstGeom prst="rightArrow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1234440" y="33128711"/>
            <a:ext cx="7223760" cy="3886200"/>
          </a:xfrm>
          <a:prstGeom prst="roundRect">
            <a:avLst>
              <a:gd name="adj" fmla="val 8000"/>
            </a:avLst>
          </a:prstGeom>
          <a:solidFill>
            <a:srgbClr val="B9C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Oval 67"/>
          <p:cNvSpPr/>
          <p:nvPr/>
        </p:nvSpPr>
        <p:spPr>
          <a:xfrm>
            <a:off x="1508760" y="33403031"/>
            <a:ext cx="868680" cy="86868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10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560320" y="33476184"/>
            <a:ext cx="5760720" cy="7315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000000"/>
                </a:solidFill>
                <a:latin typeface="Arial"/>
              </a:rPr>
              <a:t>Measure on the board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508760" y="34363152"/>
            <a:ext cx="6766560" cy="2606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0">
                <a:solidFill>
                  <a:srgbClr val="000000"/>
                </a:solidFill>
                <a:latin typeface="Arial"/>
              </a:rPr>
              <a:t>Stream 50 frames through the FPGA, </a:t>
            </a:r>
            <a:r>
              <a:rPr sz="2400" b="1" i="0">
                <a:solidFill>
                  <a:srgbClr val="000000"/>
                </a:solidFill>
                <a:latin typeface="Arial"/>
              </a:rPr>
              <a:t>check every frame is bit-exact</a:t>
            </a:r>
            <a:r>
              <a:rPr sz="2400" b="0" i="0">
                <a:solidFill>
                  <a:srgbClr val="000000"/>
                </a:solidFill>
                <a:latin typeface="Arial"/>
              </a:rPr>
              <a:t>, and time it.</a:t>
            </a:r>
          </a:p>
        </p:txBody>
      </p:sp>
      <p:sp>
        <p:nvSpPr>
          <p:cNvPr id="71" name="Right Arrow 70"/>
          <p:cNvSpPr/>
          <p:nvPr/>
        </p:nvSpPr>
        <p:spPr>
          <a:xfrm>
            <a:off x="8686800" y="34706052"/>
            <a:ext cx="914400" cy="731520"/>
          </a:xfrm>
          <a:prstGeom prst="rightArrow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fig_inpu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75520" y="16303751"/>
            <a:ext cx="5095419" cy="3886200"/>
          </a:xfrm>
          <a:prstGeom prst="rect">
            <a:avLst/>
          </a:prstGeom>
        </p:spPr>
      </p:pic>
      <p:sp>
        <p:nvSpPr>
          <p:cNvPr id="73" name="Rounded Rectangle 72"/>
          <p:cNvSpPr/>
          <p:nvPr/>
        </p:nvSpPr>
        <p:spPr>
          <a:xfrm>
            <a:off x="15336699" y="16303751"/>
            <a:ext cx="13704644" cy="3886200"/>
          </a:xfrm>
          <a:prstGeom prst="roundRect">
            <a:avLst>
              <a:gd name="adj" fmla="val 6000"/>
            </a:avLst>
          </a:prstGeom>
          <a:solidFill>
            <a:srgbClr val="E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73152" bIns="73152"/>
          <a:lstStyle/>
          <a:p>
            <a:pPr algn="l">
              <a:spcAft>
                <a:spcPts val="140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Input:</a:t>
            </a:r>
            <a:r>
              <a:rPr sz="2400" b="0" i="0">
                <a:solidFill>
                  <a:srgbClr val="000000"/>
                </a:solidFill>
                <a:latin typeface="Arial"/>
              </a:rPr>
              <a:t> one frame = 128 range bins × 192 ramps × 4 RX, 16-bit I/Q = </a:t>
            </a:r>
            <a:r>
              <a:rPr sz="2400" b="1" i="0">
                <a:solidFill>
                  <a:srgbClr val="000000"/>
                </a:solidFill>
                <a:latin typeface="Arial"/>
              </a:rPr>
              <a:t>393 KB</a:t>
            </a:r>
          </a:p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Output:</a:t>
            </a:r>
            <a:r>
              <a:rPr sz="2400" b="0" i="0">
                <a:solidFill>
                  <a:srgbClr val="000000"/>
                </a:solidFill>
                <a:latin typeface="Arial"/>
              </a:rPr>
              <a:t> a compressed bitstream of about </a:t>
            </a:r>
            <a:r>
              <a:rPr sz="2400" b="1" i="0">
                <a:solidFill>
                  <a:srgbClr val="000000"/>
                </a:solidFill>
                <a:latin typeface="Arial"/>
              </a:rPr>
              <a:t>93 KB</a:t>
            </a:r>
            <a:r>
              <a:rPr sz="2400" b="0" i="0">
                <a:solidFill>
                  <a:srgbClr val="000000"/>
                </a:solidFill>
                <a:latin typeface="Arial"/>
              </a:rPr>
              <a:t> (DRHE). Decompressing it gives back </a:t>
            </a:r>
            <a:r>
              <a:rPr sz="2400" b="1" i="0">
                <a:solidFill>
                  <a:srgbClr val="000000"/>
                </a:solidFill>
                <a:latin typeface="Arial"/>
              </a:rPr>
              <a:t>exactly the same frame</a:t>
            </a:r>
            <a:r>
              <a:rPr sz="2400" b="0" i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pic>
        <p:nvPicPr>
          <p:cNvPr id="74" name="Picture 73" descr="fig_stage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75520" y="20509992"/>
            <a:ext cx="4815977" cy="3886200"/>
          </a:xfrm>
          <a:prstGeom prst="rect">
            <a:avLst/>
          </a:prstGeom>
        </p:spPr>
      </p:pic>
      <p:sp>
        <p:nvSpPr>
          <p:cNvPr id="75" name="Rounded Rectangle 74"/>
          <p:cNvSpPr/>
          <p:nvPr/>
        </p:nvSpPr>
        <p:spPr>
          <a:xfrm>
            <a:off x="15057257" y="20509992"/>
            <a:ext cx="13984086" cy="3886200"/>
          </a:xfrm>
          <a:prstGeom prst="roundRect">
            <a:avLst>
              <a:gd name="adj" fmla="val 6000"/>
            </a:avLst>
          </a:prstGeom>
          <a:solidFill>
            <a:srgbClr val="D8E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73152" bIns="73152"/>
          <a:lstStyle/>
          <a:p>
            <a:pPr algn="l">
              <a:spcAft>
                <a:spcPts val="120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The green area is the goal:</a:t>
            </a:r>
            <a:r>
              <a:rPr sz="2400" b="0" i="0">
                <a:solidFill>
                  <a:srgbClr val="000000"/>
                </a:solidFill>
                <a:latin typeface="Arial"/>
              </a:rPr>
              <a:t> high compression (right) </a:t>
            </a:r>
            <a:r>
              <a:rPr sz="2400" b="1" i="0">
                <a:solidFill>
                  <a:srgbClr val="000000"/>
                </a:solidFill>
                <a:latin typeface="Arial"/>
              </a:rPr>
              <a:t>and</a:t>
            </a:r>
            <a:r>
              <a:rPr sz="2400" b="0" i="0">
                <a:solidFill>
                  <a:srgbClr val="000000"/>
                </a:solidFill>
                <a:latin typeface="Arial"/>
              </a:rPr>
              <a:t> no extra missed targets (bottom).</a:t>
            </a:r>
          </a:p>
          <a:p>
            <a:pPr algn="l">
              <a:spcAft>
                <a:spcPts val="120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Lossy</a:t>
            </a:r>
            <a:r>
              <a:rPr sz="2400" b="0" i="0">
                <a:solidFill>
                  <a:srgbClr val="000000"/>
                </a:solidFill>
                <a:latin typeface="Arial"/>
              </a:rPr>
              <a:t> methods (BAQ, RDVLE) shrink the data but </a:t>
            </a:r>
            <a:r>
              <a:rPr sz="2400" b="1" i="0">
                <a:solidFill>
                  <a:srgbClr val="000000"/>
                </a:solidFill>
                <a:latin typeface="Arial"/>
              </a:rPr>
              <a:t>lose targets</a:t>
            </a:r>
            <a:r>
              <a:rPr sz="2400" b="0" i="0">
                <a:solidFill>
                  <a:srgbClr val="000000"/>
                </a:solidFill>
                <a:latin typeface="Arial"/>
              </a:rPr>
              <a:t>. Only </a:t>
            </a:r>
            <a:r>
              <a:rPr sz="2400" b="1" i="0">
                <a:solidFill>
                  <a:srgbClr val="000000"/>
                </a:solidFill>
                <a:latin typeface="Arial"/>
              </a:rPr>
              <a:t>DRHE and LPC</a:t>
            </a:r>
            <a:r>
              <a:rPr sz="2400" b="0" i="0">
                <a:solidFill>
                  <a:srgbClr val="000000"/>
                </a:solidFill>
                <a:latin typeface="Arial"/>
              </a:rPr>
              <a:t> land in the green.</a:t>
            </a:r>
          </a:p>
          <a:p>
            <a:pPr algn="l">
              <a:spcAft>
                <a:spcPts val="1000"/>
              </a:spcAft>
            </a:pPr>
            <a:r>
              <a:rPr sz="2000" b="0" i="1">
                <a:solidFill>
                  <a:srgbClr val="000000"/>
                </a:solidFill>
                <a:latin typeface="Arial"/>
              </a:rPr>
              <a:t>The 3.77 % baseline comes from 16-bit rounding, not compression.</a:t>
            </a:r>
          </a:p>
        </p:txBody>
      </p:sp>
      <p:pic>
        <p:nvPicPr>
          <p:cNvPr id="76" name="Picture 75" descr="fig_residual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75520" y="24716231"/>
            <a:ext cx="5198083" cy="3886200"/>
          </a:xfrm>
          <a:prstGeom prst="rect">
            <a:avLst/>
          </a:prstGeom>
        </p:spPr>
      </p:pic>
      <p:pic>
        <p:nvPicPr>
          <p:cNvPr id="77" name="Picture 76" descr="fig_cr_bar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393643" y="24716231"/>
            <a:ext cx="5213413" cy="3886200"/>
          </a:xfrm>
          <a:prstGeom prst="rect">
            <a:avLst/>
          </a:prstGeom>
        </p:spPr>
      </p:pic>
      <p:pic>
        <p:nvPicPr>
          <p:cNvPr id="78" name="Picture 77" descr="fig_cr_frames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927096" y="24716231"/>
            <a:ext cx="6418904" cy="3886200"/>
          </a:xfrm>
          <a:prstGeom prst="rect">
            <a:avLst/>
          </a:prstGeom>
        </p:spPr>
      </p:pic>
      <p:pic>
        <p:nvPicPr>
          <p:cNvPr id="79" name="Picture 78" descr="fig_resources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75520" y="28922471"/>
            <a:ext cx="5603841" cy="3886200"/>
          </a:xfrm>
          <a:prstGeom prst="rect">
            <a:avLst/>
          </a:prstGeom>
        </p:spPr>
      </p:pic>
      <p:sp>
        <p:nvSpPr>
          <p:cNvPr id="80" name="Rounded Rectangle 79"/>
          <p:cNvSpPr/>
          <p:nvPr/>
        </p:nvSpPr>
        <p:spPr>
          <a:xfrm>
            <a:off x="15845121" y="28922471"/>
            <a:ext cx="13196222" cy="3886200"/>
          </a:xfrm>
          <a:prstGeom prst="roundRect">
            <a:avLst>
              <a:gd name="adj" fmla="val 6000"/>
            </a:avLst>
          </a:prstGeom>
          <a:solidFill>
            <a:srgbClr val="E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73152" bIns="73152"/>
          <a:lstStyle/>
          <a:p>
            <a:pPr algn="l">
              <a:spcAft>
                <a:spcPts val="120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Encoder + decoder use under a quarter of the chip:</a:t>
            </a:r>
            <a:r>
              <a:rPr sz="2400" b="0" i="0">
                <a:solidFill>
                  <a:srgbClr val="000000"/>
                </a:solidFill>
                <a:latin typeface="Arial"/>
              </a:rPr>
              <a:t> DRHE 23 %, LPC 25 % of the logic (LUTs).</a:t>
            </a:r>
          </a:p>
          <a:p>
            <a:pPr algn="l">
              <a:spcAft>
                <a:spcPts val="1000"/>
              </a:spcAft>
            </a:pPr>
            <a:r>
              <a:rPr sz="2400" b="0" i="0">
                <a:solidFill>
                  <a:srgbClr val="000000"/>
                </a:solidFill>
                <a:latin typeface="Arial"/>
              </a:rPr>
              <a:t>The same C++ that was simulated runs on the FPGA, so the hardware can be checked </a:t>
            </a:r>
            <a:r>
              <a:rPr sz="2400" b="1" i="0">
                <a:solidFill>
                  <a:srgbClr val="000000"/>
                </a:solidFill>
                <a:latin typeface="Arial"/>
              </a:rPr>
              <a:t>bit for bit</a:t>
            </a:r>
            <a:r>
              <a:rPr sz="2400" b="0" i="0">
                <a:solidFill>
                  <a:srgbClr val="000000"/>
                </a:solidFill>
                <a:latin typeface="Arial"/>
              </a:rPr>
              <a:t> against the simulation.</a:t>
            </a:r>
          </a:p>
        </p:txBody>
      </p:sp>
      <p:pic>
        <p:nvPicPr>
          <p:cNvPr id="81" name="Picture 80" descr="fig_timing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875520" y="33128711"/>
            <a:ext cx="5365688" cy="3886200"/>
          </a:xfrm>
          <a:prstGeom prst="rect">
            <a:avLst/>
          </a:prstGeom>
        </p:spPr>
      </p:pic>
      <p:sp>
        <p:nvSpPr>
          <p:cNvPr id="82" name="Rounded Rectangle 81"/>
          <p:cNvSpPr/>
          <p:nvPr/>
        </p:nvSpPr>
        <p:spPr>
          <a:xfrm>
            <a:off x="15606968" y="33128711"/>
            <a:ext cx="13434375" cy="3886200"/>
          </a:xfrm>
          <a:prstGeom prst="roundRect">
            <a:avLst>
              <a:gd name="adj" fmla="val 6000"/>
            </a:avLst>
          </a:prstGeom>
          <a:solidFill>
            <a:srgbClr val="E4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73152" bIns="73152"/>
          <a:lstStyle/>
          <a:p>
            <a:pPr algn="l">
              <a:spcAft>
                <a:spcPts val="1200"/>
              </a:spcAft>
            </a:pPr>
            <a:r>
              <a:rPr sz="3000" b="1" i="0">
                <a:solidFill>
                  <a:srgbClr val="000000"/>
                </a:solidFill>
                <a:latin typeface="Arial"/>
              </a:rPr>
              <a:t>50 / 50 frames bit-exact</a:t>
            </a:r>
            <a:r>
              <a:rPr sz="3000" b="0" i="0">
                <a:solidFill>
                  <a:srgbClr val="000000"/>
                </a:solidFill>
                <a:latin typeface="Arial"/>
              </a:rPr>
              <a:t> on the FPGA</a:t>
            </a:r>
          </a:p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DRHE: 0.61 ms per frame.</a:t>
            </a:r>
            <a:r>
              <a:rPr sz="2400" b="0" i="0">
                <a:solidFill>
                  <a:srgbClr val="000000"/>
                </a:solidFill>
                <a:latin typeface="Arial"/>
              </a:rPr>
              <a:t> Output streams out as the data comes in.</a:t>
            </a:r>
          </a:p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LPC: 3.25 ms per frame.</a:t>
            </a:r>
            <a:r>
              <a:rPr sz="2400" b="0" i="0">
                <a:solidFill>
                  <a:srgbClr val="000000"/>
                </a:solidFill>
                <a:latin typeface="Arial"/>
              </a:rPr>
              <a:t> It must store the whole frame before it can output anything.</a:t>
            </a:r>
          </a:p>
          <a:p>
            <a:pPr algn="l">
              <a:spcAft>
                <a:spcPts val="1000"/>
              </a:spcAft>
            </a:pPr>
            <a:r>
              <a:rPr sz="2000" b="0" i="1">
                <a:solidFill>
                  <a:srgbClr val="000000"/>
                </a:solidFill>
                <a:latin typeface="Arial"/>
              </a:rPr>
              <a:t>Decode timing: board run pending.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77240" y="37975032"/>
            <a:ext cx="11521440" cy="4224527"/>
          </a:xfrm>
          <a:prstGeom prst="roundRect">
            <a:avLst>
              <a:gd name="adj" fmla="val 4000"/>
            </a:avLst>
          </a:prstGeom>
          <a:solidFill>
            <a:srgbClr val="B9C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1097280" y="38203632"/>
            <a:ext cx="10881360" cy="6400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 i="0">
                <a:solidFill>
                  <a:srgbClr val="000000"/>
                </a:solidFill>
                <a:latin typeface="Arial"/>
              </a:rPr>
              <a:t>Why an FPGA, not just simulation?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97280" y="38935152"/>
            <a:ext cx="10881360" cy="3127247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 marL="320040" indent="-320040">
              <a:spcAft>
                <a:spcPts val="1000"/>
              </a:spcAft>
              <a:buChar char="•"/>
            </a:pPr>
            <a:r>
              <a:rPr sz="2400" b="0" i="0">
                <a:solidFill>
                  <a:srgbClr val="000000"/>
                </a:solidFill>
                <a:latin typeface="Arial"/>
              </a:rPr>
              <a:t>Compression has to run </a:t>
            </a:r>
            <a:r>
              <a:rPr sz="2400" b="1" i="0">
                <a:solidFill>
                  <a:srgbClr val="000000"/>
                </a:solidFill>
                <a:latin typeface="Arial"/>
              </a:rPr>
              <a:t>at the sensor, in real time</a:t>
            </a:r>
            <a:r>
              <a:rPr sz="2400" b="0" i="0">
                <a:solidFill>
                  <a:srgbClr val="000000"/>
                </a:solidFill>
                <a:latin typeface="Arial"/>
              </a:rPr>
              <a:t>, on small low-power hardware.</a:t>
            </a:r>
          </a:p>
          <a:p>
            <a:pPr algn="l" marL="320040" indent="-320040">
              <a:spcAft>
                <a:spcPts val="1000"/>
              </a:spcAft>
              <a:buChar char="•"/>
            </a:pPr>
            <a:r>
              <a:rPr sz="2400" b="0" i="0">
                <a:solidFill>
                  <a:srgbClr val="000000"/>
                </a:solidFill>
                <a:latin typeface="Arial"/>
              </a:rPr>
              <a:t>Simulation cannot show </a:t>
            </a:r>
            <a:r>
              <a:rPr sz="2400" b="1" i="0">
                <a:solidFill>
                  <a:srgbClr val="000000"/>
                </a:solidFill>
                <a:latin typeface="Arial"/>
              </a:rPr>
              <a:t>speed, latency or chip size</a:t>
            </a:r>
            <a:r>
              <a:rPr sz="2400" b="0" i="0">
                <a:solidFill>
                  <a:srgbClr val="000000"/>
                </a:solidFill>
                <a:latin typeface="Arial"/>
              </a:rPr>
              <a:t>.</a:t>
            </a:r>
          </a:p>
          <a:p>
            <a:pPr algn="l" marL="320040" indent="-320040">
              <a:spcAft>
                <a:spcPts val="1000"/>
              </a:spcAft>
              <a:buChar char="•"/>
            </a:pPr>
            <a:r>
              <a:rPr sz="2400" b="0" i="0">
                <a:solidFill>
                  <a:srgbClr val="000000"/>
                </a:solidFill>
                <a:latin typeface="Arial"/>
              </a:rPr>
              <a:t>Hardware proves the design reproduces the simulation </a:t>
            </a:r>
            <a:r>
              <a:rPr sz="2400" b="1" i="0">
                <a:solidFill>
                  <a:srgbClr val="000000"/>
                </a:solidFill>
                <a:latin typeface="Arial"/>
              </a:rPr>
              <a:t>bit for bit</a:t>
            </a:r>
            <a:r>
              <a:rPr sz="2400" b="0" i="0">
                <a:solidFill>
                  <a:srgbClr val="000000"/>
                </a:solidFill>
                <a:latin typeface="Arial"/>
              </a:rPr>
              <a:t>. Kiem's did not (3.25 in simulation, 3.17 on hardware [1]).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2710159" y="37975032"/>
            <a:ext cx="16788384" cy="4224527"/>
          </a:xfrm>
          <a:prstGeom prst="roundRect">
            <a:avLst>
              <a:gd name="adj" fmla="val 4000"/>
            </a:avLst>
          </a:prstGeom>
          <a:solidFill>
            <a:srgbClr val="B9C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13030199" y="38203632"/>
            <a:ext cx="16148304" cy="6400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 i="0">
                <a:solidFill>
                  <a:srgbClr val="000000"/>
                </a:solidFill>
                <a:latin typeface="Arial"/>
              </a:rPr>
              <a:t>Conclusion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3030199" y="38935152"/>
            <a:ext cx="16148304" cy="2670047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 marL="320040" indent="-320040">
              <a:spcAft>
                <a:spcPts val="600"/>
              </a:spcAft>
              <a:buChar char="•"/>
            </a:pPr>
            <a:r>
              <a:rPr sz="2400" b="1" i="0">
                <a:solidFill>
                  <a:srgbClr val="000000"/>
                </a:solidFill>
                <a:latin typeface="Arial"/>
              </a:rPr>
              <a:t>Both DRHE and LPC are lossless on real radar data, on real hardware.</a:t>
            </a:r>
          </a:p>
          <a:p>
            <a:pPr algn="l" marL="320040" indent="-320040">
              <a:spcAft>
                <a:spcPts val="600"/>
              </a:spcAft>
              <a:buChar char="•"/>
            </a:pPr>
            <a:r>
              <a:rPr sz="2400" b="1" i="0">
                <a:solidFill>
                  <a:srgbClr val="000000"/>
                </a:solidFill>
                <a:latin typeface="Arial"/>
              </a:rPr>
              <a:t>LPC compresses most: 4.40×</a:t>
            </a:r>
            <a:r>
              <a:rPr sz="2400" b="0" i="0">
                <a:solidFill>
                  <a:srgbClr val="000000"/>
                </a:solidFill>
                <a:latin typeface="Arial"/>
              </a:rPr>
              <a:t> (DRHE 4.22×). Re-deriving the </a:t>
            </a:r>
            <a:r>
              <a:rPr sz="2400" b="1" i="0">
                <a:solidFill>
                  <a:srgbClr val="000000"/>
                </a:solidFill>
                <a:latin typeface="Arial"/>
              </a:rPr>
              <a:t>Huffman dictionary</a:t>
            </a:r>
            <a:r>
              <a:rPr sz="2400" b="0" i="0">
                <a:solidFill>
                  <a:srgbClr val="000000"/>
                </a:solidFill>
                <a:latin typeface="Arial"/>
              </a:rPr>
              <a:t> for this data helped </a:t>
            </a:r>
            <a:r>
              <a:rPr sz="2400" b="1" i="0">
                <a:solidFill>
                  <a:srgbClr val="000000"/>
                </a:solidFill>
                <a:latin typeface="Arial"/>
              </a:rPr>
              <a:t>more than the predictor</a:t>
            </a:r>
            <a:r>
              <a:rPr sz="2400" b="0" i="0">
                <a:solidFill>
                  <a:srgbClr val="000000"/>
                </a:solidFill>
                <a:latin typeface="Arial"/>
              </a:rPr>
              <a:t> did.</a:t>
            </a:r>
          </a:p>
          <a:p>
            <a:pPr algn="l" marL="320040" indent="-320040">
              <a:spcAft>
                <a:spcPts val="600"/>
              </a:spcAft>
              <a:buChar char="•"/>
            </a:pPr>
            <a:r>
              <a:rPr sz="2400" b="1" i="0">
                <a:solidFill>
                  <a:srgbClr val="000000"/>
                </a:solidFill>
                <a:latin typeface="Arial"/>
              </a:rPr>
              <a:t>DRHE streams</a:t>
            </a:r>
            <a:r>
              <a:rPr sz="2400" b="0" i="0">
                <a:solidFill>
                  <a:srgbClr val="000000"/>
                </a:solidFill>
                <a:latin typeface="Arial"/>
              </a:rPr>
              <a:t> with no frame buffer; </a:t>
            </a:r>
            <a:r>
              <a:rPr sz="2400" b="1" i="0">
                <a:solidFill>
                  <a:srgbClr val="000000"/>
                </a:solidFill>
                <a:latin typeface="Arial"/>
              </a:rPr>
              <a:t>LPC must buffer a whole frame</a:t>
            </a:r>
            <a:r>
              <a:rPr sz="2400" b="0" i="0">
                <a:solidFill>
                  <a:srgbClr val="000000"/>
                </a:solidFill>
                <a:latin typeface="Arial"/>
              </a:rPr>
              <a:t> (3.25 ms). Both meet the 15 ms limit here, but </a:t>
            </a:r>
            <a:r>
              <a:rPr sz="2400" b="1" i="0">
                <a:solidFill>
                  <a:srgbClr val="000000"/>
                </a:solidFill>
                <a:latin typeface="Arial"/>
              </a:rPr>
              <a:t>DRHE scales better to bigger frames</a:t>
            </a:r>
            <a:r>
              <a:rPr sz="2400" b="0" i="0">
                <a:solidFill>
                  <a:srgbClr val="000000"/>
                </a:solidFill>
                <a:latin typeface="Arial"/>
              </a:rPr>
              <a:t>.</a:t>
            </a:r>
          </a:p>
          <a:p>
            <a:pPr algn="l" marL="320040" indent="-320040">
              <a:spcAft>
                <a:spcPts val="600"/>
              </a:spcAft>
              <a:buChar char="•"/>
            </a:pPr>
            <a:r>
              <a:rPr sz="2400" b="0" i="0">
                <a:solidFill>
                  <a:srgbClr val="000000"/>
                </a:solidFill>
                <a:latin typeface="Arial"/>
              </a:rPr>
              <a:t>Next: a streaming LPC, all 16 receivers, fixed-point DRHE.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030199" y="41742360"/>
            <a:ext cx="16148304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[1] L. Kiem, Design and Implementation of Data Compression Methods for SoC-based Radar Systems.  [2] A. Kramer et al., ColoRadar: the direct 3D millimeter wave radar dataset, IJRR, 2022.</a:t>
            </a:r>
          </a:p>
        </p:txBody>
      </p:sp>
    </p:spTree>
    <p:extLst>
      <p:ext uri="{BB962C8B-B14F-4D97-AF65-F5344CB8AC3E}">
        <p14:creationId xmlns:p14="http://schemas.microsoft.com/office/powerpoint/2010/main" val="3152000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numCol="2" rtlCol="0">
        <a:spAutoFit/>
      </a:bodyPr>
      <a:lstStyle>
        <a:defPPr>
          <a:defRPr sz="3600" b="1" dirty="0" smtClean="0">
            <a:latin typeface="Arial" pitchFamily="34" charset="0"/>
            <a:cs typeface="Arial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2542</TotalTime>
  <Words>175</Words>
  <Application>Microsoft Office PowerPoint</Application>
  <PresentationFormat>Custom</PresentationFormat>
  <Paragraphs>19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Office Theme</vt:lpstr>
      <vt:lpstr>2_Custom Design</vt:lpstr>
      <vt:lpstr>1_Custom Design</vt:lpstr>
      <vt:lpstr>Custom Design</vt:lpstr>
      <vt:lpstr>PowerPoint Presentation</vt:lpstr>
    </vt:vector>
  </TitlesOfParts>
  <Company>University of New South Wales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Yvonne Lee</dc:creator>
  <cp:lastModifiedBy>aron</cp:lastModifiedBy>
  <cp:revision>77</cp:revision>
  <dcterms:created xsi:type="dcterms:W3CDTF">2014-01-23T05:36:43Z</dcterms:created>
  <dcterms:modified xsi:type="dcterms:W3CDTF">2017-05-23T12:41:47Z</dcterms:modified>
</cp:coreProperties>
</file>