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84" r:id="rId2"/>
    <p:sldMasterId id="2147483672" r:id="rId3"/>
    <p:sldMasterId id="2147483660" r:id="rId4"/>
  </p:sldMasterIdLst>
  <p:notesMasterIdLst>
    <p:notesMasterId r:id="rId6"/>
  </p:notesMasterIdLst>
  <p:sldIdLst>
    <p:sldId id="256" r:id="rId5"/>
  </p:sldIdLst>
  <p:sldSz cx="30275213" cy="42811700"/>
  <p:notesSz cx="6858000" cy="9144000"/>
  <p:defaultTextStyle>
    <a:defPPr>
      <a:defRPr lang="en-US"/>
    </a:defPPr>
    <a:lvl1pPr marL="0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8170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76339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64509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52678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40848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529017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617187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705356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3484">
          <p15:clr>
            <a:srgbClr val="A4A3A4"/>
          </p15:clr>
        </p15:guide>
        <p15:guide id="2" pos="20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CD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/>
    <p:restoredTop sz="94660"/>
  </p:normalViewPr>
  <p:slideViewPr>
    <p:cSldViewPr snapToGrid="0" snapToObjects="1">
      <p:cViewPr>
        <p:scale>
          <a:sx n="30" d="100"/>
          <a:sy n="30" d="100"/>
        </p:scale>
        <p:origin x="-2430" y="-72"/>
      </p:cViewPr>
      <p:guideLst>
        <p:guide orient="horz" pos="13484"/>
        <p:guide pos="20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992389-FB02-6C4A-947E-20AE2CA8E218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0E5CE1-65A2-894E-8F87-C16F8776B4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331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1pPr>
    <a:lvl2pPr marL="2088170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2pPr>
    <a:lvl3pPr marL="4176339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3pPr>
    <a:lvl4pPr marL="6264509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4pPr>
    <a:lvl5pPr marL="8352678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5pPr>
    <a:lvl6pPr marL="10440848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6pPr>
    <a:lvl7pPr marL="12529017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7pPr>
    <a:lvl8pPr marL="14617187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8pPr>
    <a:lvl9pPr marL="16705356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16150" y="685800"/>
            <a:ext cx="24257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0E5CE1-65A2-894E-8F87-C16F8776B479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7691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3425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13761" y="9989400"/>
            <a:ext cx="27247692" cy="282537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977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1533" y="27510485"/>
            <a:ext cx="25733931" cy="8502879"/>
          </a:xfrm>
          <a:prstGeom prst="rect">
            <a:avLst/>
          </a:prstGeom>
        </p:spPr>
        <p:txBody>
          <a:bodyPr anchor="t"/>
          <a:lstStyle>
            <a:lvl1pPr algn="l">
              <a:defRPr sz="18300" b="1" cap="all"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1533" y="18145428"/>
            <a:ext cx="25733931" cy="9365056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9100">
                <a:solidFill>
                  <a:schemeClr val="tx1">
                    <a:tint val="75000"/>
                  </a:schemeClr>
                </a:solidFill>
              </a:defRPr>
            </a:lvl1pPr>
            <a:lvl2pPr marL="2088170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4176339" indent="0">
              <a:buNone/>
              <a:defRPr sz="7300">
                <a:solidFill>
                  <a:schemeClr val="tx1">
                    <a:tint val="75000"/>
                  </a:schemeClr>
                </a:solidFill>
              </a:defRPr>
            </a:lvl3pPr>
            <a:lvl4pPr marL="6264509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4pPr>
            <a:lvl5pPr marL="8352678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5pPr>
            <a:lvl6pPr marL="10440848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6pPr>
            <a:lvl7pPr marL="12529017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7pPr>
            <a:lvl8pPr marL="14617187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8pPr>
            <a:lvl9pPr marL="16705356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377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14332" y="62364364"/>
            <a:ext cx="44850417" cy="176370327"/>
          </a:xfrm>
          <a:prstGeom prst="rect">
            <a:avLst/>
          </a:prstGeom>
        </p:spPr>
        <p:txBody>
          <a:bodyPr/>
          <a:lstStyle>
            <a:lvl1pPr>
              <a:defRPr sz="12800"/>
            </a:lvl1pPr>
            <a:lvl2pPr>
              <a:defRPr sz="11000"/>
            </a:lvl2pPr>
            <a:lvl3pPr>
              <a:defRPr sz="91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69338" y="62364364"/>
            <a:ext cx="44855671" cy="176370327"/>
          </a:xfrm>
          <a:prstGeom prst="rect">
            <a:avLst/>
          </a:prstGeom>
        </p:spPr>
        <p:txBody>
          <a:bodyPr/>
          <a:lstStyle>
            <a:lvl1pPr>
              <a:defRPr sz="12800"/>
            </a:lvl1pPr>
            <a:lvl2pPr>
              <a:defRPr sz="11000"/>
            </a:lvl2pPr>
            <a:lvl3pPr>
              <a:defRPr sz="91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943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761" y="9583085"/>
            <a:ext cx="13376810" cy="399377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1000" b="1"/>
            </a:lvl1pPr>
            <a:lvl2pPr marL="2088170" indent="0">
              <a:buNone/>
              <a:defRPr sz="9100" b="1"/>
            </a:lvl2pPr>
            <a:lvl3pPr marL="4176339" indent="0">
              <a:buNone/>
              <a:defRPr sz="8200" b="1"/>
            </a:lvl3pPr>
            <a:lvl4pPr marL="6264509" indent="0">
              <a:buNone/>
              <a:defRPr sz="7300" b="1"/>
            </a:lvl4pPr>
            <a:lvl5pPr marL="8352678" indent="0">
              <a:buNone/>
              <a:defRPr sz="7300" b="1"/>
            </a:lvl5pPr>
            <a:lvl6pPr marL="10440848" indent="0">
              <a:buNone/>
              <a:defRPr sz="7300" b="1"/>
            </a:lvl6pPr>
            <a:lvl7pPr marL="12529017" indent="0">
              <a:buNone/>
              <a:defRPr sz="7300" b="1"/>
            </a:lvl7pPr>
            <a:lvl8pPr marL="14617187" indent="0">
              <a:buNone/>
              <a:defRPr sz="7300" b="1"/>
            </a:lvl8pPr>
            <a:lvl9pPr marL="16705356" indent="0">
              <a:buNone/>
              <a:defRPr sz="7300" b="1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3761" y="13576859"/>
            <a:ext cx="13376810" cy="24666281"/>
          </a:xfrm>
          <a:prstGeom prst="rect">
            <a:avLst/>
          </a:prstGeom>
        </p:spPr>
        <p:txBody>
          <a:bodyPr/>
          <a:lstStyle>
            <a:lvl1pPr>
              <a:defRPr sz="11000"/>
            </a:lvl1pPr>
            <a:lvl2pPr>
              <a:defRPr sz="9100"/>
            </a:lvl2pPr>
            <a:lvl3pPr>
              <a:defRPr sz="8200"/>
            </a:lvl3pPr>
            <a:lvl4pPr>
              <a:defRPr sz="7300"/>
            </a:lvl4pPr>
            <a:lvl5pPr>
              <a:defRPr sz="7300"/>
            </a:lvl5pPr>
            <a:lvl6pPr>
              <a:defRPr sz="7300"/>
            </a:lvl6pPr>
            <a:lvl7pPr>
              <a:defRPr sz="7300"/>
            </a:lvl7pPr>
            <a:lvl8pPr>
              <a:defRPr sz="7300"/>
            </a:lvl8pPr>
            <a:lvl9pPr>
              <a:defRPr sz="73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389" y="9583085"/>
            <a:ext cx="13382065" cy="399377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1000" b="1"/>
            </a:lvl1pPr>
            <a:lvl2pPr marL="2088170" indent="0">
              <a:buNone/>
              <a:defRPr sz="9100" b="1"/>
            </a:lvl2pPr>
            <a:lvl3pPr marL="4176339" indent="0">
              <a:buNone/>
              <a:defRPr sz="8200" b="1"/>
            </a:lvl3pPr>
            <a:lvl4pPr marL="6264509" indent="0">
              <a:buNone/>
              <a:defRPr sz="7300" b="1"/>
            </a:lvl4pPr>
            <a:lvl5pPr marL="8352678" indent="0">
              <a:buNone/>
              <a:defRPr sz="7300" b="1"/>
            </a:lvl5pPr>
            <a:lvl6pPr marL="10440848" indent="0">
              <a:buNone/>
              <a:defRPr sz="7300" b="1"/>
            </a:lvl6pPr>
            <a:lvl7pPr marL="12529017" indent="0">
              <a:buNone/>
              <a:defRPr sz="7300" b="1"/>
            </a:lvl7pPr>
            <a:lvl8pPr marL="14617187" indent="0">
              <a:buNone/>
              <a:defRPr sz="7300" b="1"/>
            </a:lvl8pPr>
            <a:lvl9pPr marL="16705356" indent="0">
              <a:buNone/>
              <a:defRPr sz="7300" b="1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389" y="13576859"/>
            <a:ext cx="13382065" cy="24666281"/>
          </a:xfrm>
          <a:prstGeom prst="rect">
            <a:avLst/>
          </a:prstGeom>
        </p:spPr>
        <p:txBody>
          <a:bodyPr/>
          <a:lstStyle>
            <a:lvl1pPr>
              <a:defRPr sz="11000"/>
            </a:lvl1pPr>
            <a:lvl2pPr>
              <a:defRPr sz="9100"/>
            </a:lvl2pPr>
            <a:lvl3pPr>
              <a:defRPr sz="8200"/>
            </a:lvl3pPr>
            <a:lvl4pPr>
              <a:defRPr sz="7300"/>
            </a:lvl4pPr>
            <a:lvl5pPr>
              <a:defRPr sz="7300"/>
            </a:lvl5pPr>
            <a:lvl6pPr>
              <a:defRPr sz="7300"/>
            </a:lvl6pPr>
            <a:lvl7pPr>
              <a:defRPr sz="7300"/>
            </a:lvl7pPr>
            <a:lvl8pPr>
              <a:defRPr sz="7300"/>
            </a:lvl8pPr>
            <a:lvl9pPr>
              <a:defRPr sz="73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841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872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889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3" y="1704540"/>
            <a:ext cx="9960336" cy="7254205"/>
          </a:xfrm>
          <a:prstGeom prst="rect">
            <a:avLst/>
          </a:prstGeom>
        </p:spPr>
        <p:txBody>
          <a:bodyPr anchor="b"/>
          <a:lstStyle>
            <a:lvl1pPr algn="l">
              <a:defRPr sz="9100" b="1"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767" y="1704543"/>
            <a:ext cx="16924685" cy="36538600"/>
          </a:xfrm>
          <a:prstGeom prst="rect">
            <a:avLst/>
          </a:prstGeom>
        </p:spPr>
        <p:txBody>
          <a:bodyPr/>
          <a:lstStyle>
            <a:lvl1pPr>
              <a:defRPr sz="14600"/>
            </a:lvl1pPr>
            <a:lvl2pPr>
              <a:defRPr sz="12800"/>
            </a:lvl2pPr>
            <a:lvl3pPr>
              <a:defRPr sz="11000"/>
            </a:lvl3pPr>
            <a:lvl4pPr>
              <a:defRPr sz="9100"/>
            </a:lvl4pPr>
            <a:lvl5pPr>
              <a:defRPr sz="9100"/>
            </a:lvl5pPr>
            <a:lvl6pPr>
              <a:defRPr sz="9100"/>
            </a:lvl6pPr>
            <a:lvl7pPr>
              <a:defRPr sz="9100"/>
            </a:lvl7pPr>
            <a:lvl8pPr>
              <a:defRPr sz="9100"/>
            </a:lvl8pPr>
            <a:lvl9pPr>
              <a:defRPr sz="91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3763" y="8958748"/>
            <a:ext cx="9960336" cy="2928439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400"/>
            </a:lvl1pPr>
            <a:lvl2pPr marL="2088170" indent="0">
              <a:buNone/>
              <a:defRPr sz="5500"/>
            </a:lvl2pPr>
            <a:lvl3pPr marL="4176339" indent="0">
              <a:buNone/>
              <a:defRPr sz="4600"/>
            </a:lvl3pPr>
            <a:lvl4pPr marL="6264509" indent="0">
              <a:buNone/>
              <a:defRPr sz="4100"/>
            </a:lvl4pPr>
            <a:lvl5pPr marL="8352678" indent="0">
              <a:buNone/>
              <a:defRPr sz="4100"/>
            </a:lvl5pPr>
            <a:lvl6pPr marL="10440848" indent="0">
              <a:buNone/>
              <a:defRPr sz="4100"/>
            </a:lvl6pPr>
            <a:lvl7pPr marL="12529017" indent="0">
              <a:buNone/>
              <a:defRPr sz="4100"/>
            </a:lvl7pPr>
            <a:lvl8pPr marL="14617187" indent="0">
              <a:buNone/>
              <a:defRPr sz="4100"/>
            </a:lvl8pPr>
            <a:lvl9pPr marL="16705356" indent="0">
              <a:buNone/>
              <a:defRPr sz="4100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712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154" y="29968190"/>
            <a:ext cx="18165128" cy="3537914"/>
          </a:xfrm>
          <a:prstGeom prst="rect">
            <a:avLst/>
          </a:prstGeom>
        </p:spPr>
        <p:txBody>
          <a:bodyPr anchor="b"/>
          <a:lstStyle>
            <a:lvl1pPr algn="l">
              <a:defRPr sz="9100" b="1"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154" y="3825305"/>
            <a:ext cx="18165128" cy="256870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600"/>
            </a:lvl1pPr>
            <a:lvl2pPr marL="2088170" indent="0">
              <a:buNone/>
              <a:defRPr sz="12800"/>
            </a:lvl2pPr>
            <a:lvl3pPr marL="4176339" indent="0">
              <a:buNone/>
              <a:defRPr sz="11000"/>
            </a:lvl3pPr>
            <a:lvl4pPr marL="6264509" indent="0">
              <a:buNone/>
              <a:defRPr sz="9100"/>
            </a:lvl4pPr>
            <a:lvl5pPr marL="8352678" indent="0">
              <a:buNone/>
              <a:defRPr sz="9100"/>
            </a:lvl5pPr>
            <a:lvl6pPr marL="10440848" indent="0">
              <a:buNone/>
              <a:defRPr sz="9100"/>
            </a:lvl6pPr>
            <a:lvl7pPr marL="12529017" indent="0">
              <a:buNone/>
              <a:defRPr sz="9100"/>
            </a:lvl7pPr>
            <a:lvl8pPr marL="14617187" indent="0">
              <a:buNone/>
              <a:defRPr sz="9100"/>
            </a:lvl8pPr>
            <a:lvl9pPr marL="16705356" indent="0">
              <a:buNone/>
              <a:defRPr sz="91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154" y="33506104"/>
            <a:ext cx="18165128" cy="50244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400"/>
            </a:lvl1pPr>
            <a:lvl2pPr marL="2088170" indent="0">
              <a:buNone/>
              <a:defRPr sz="5500"/>
            </a:lvl2pPr>
            <a:lvl3pPr marL="4176339" indent="0">
              <a:buNone/>
              <a:defRPr sz="4600"/>
            </a:lvl3pPr>
            <a:lvl4pPr marL="6264509" indent="0">
              <a:buNone/>
              <a:defRPr sz="4100"/>
            </a:lvl4pPr>
            <a:lvl5pPr marL="8352678" indent="0">
              <a:buNone/>
              <a:defRPr sz="4100"/>
            </a:lvl5pPr>
            <a:lvl6pPr marL="10440848" indent="0">
              <a:buNone/>
              <a:defRPr sz="4100"/>
            </a:lvl6pPr>
            <a:lvl7pPr marL="12529017" indent="0">
              <a:buNone/>
              <a:defRPr sz="4100"/>
            </a:lvl7pPr>
            <a:lvl8pPr marL="14617187" indent="0">
              <a:buNone/>
              <a:defRPr sz="4100"/>
            </a:lvl8pPr>
            <a:lvl9pPr marL="16705356" indent="0">
              <a:buNone/>
              <a:defRPr sz="4100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353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3761" y="9989400"/>
            <a:ext cx="27247692" cy="2825374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484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676283" y="10702928"/>
            <a:ext cx="22548726" cy="228031763"/>
          </a:xfrm>
          <a:prstGeom prst="rect">
            <a:avLst/>
          </a:prstGeom>
        </p:spPr>
        <p:txBody>
          <a:bodyPr vert="eaVert"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14332" y="10702928"/>
            <a:ext cx="67157362" cy="2280317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6506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125" y="13300075"/>
            <a:ext cx="25734963" cy="91757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8" y="24260175"/>
            <a:ext cx="21191537" cy="109410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775" y="27509788"/>
            <a:ext cx="25734963" cy="850423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775" y="18145125"/>
            <a:ext cx="25734963" cy="93646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4475" y="9990138"/>
            <a:ext cx="13546138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13013" y="9990138"/>
            <a:ext cx="13547725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583738"/>
            <a:ext cx="13376275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475" y="13576300"/>
            <a:ext cx="13376275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700" y="9583738"/>
            <a:ext cx="13381038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700" y="13576300"/>
            <a:ext cx="13381038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5" y="1704975"/>
            <a:ext cx="9959975" cy="725328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400" y="1704975"/>
            <a:ext cx="16924338" cy="365379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475" y="8958263"/>
            <a:ext cx="9959975" cy="292846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075" y="29968825"/>
            <a:ext cx="18165763" cy="35369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075" y="3825875"/>
            <a:ext cx="18165763" cy="256857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075" y="33505775"/>
            <a:ext cx="18165763" cy="50244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50363" y="1714500"/>
            <a:ext cx="6810375" cy="3652837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4475" y="1714500"/>
            <a:ext cx="20283488" cy="3652837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125" y="13300075"/>
            <a:ext cx="25734963" cy="91757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8" y="24260175"/>
            <a:ext cx="21191537" cy="109410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775" y="27509788"/>
            <a:ext cx="25734963" cy="850423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775" y="18145125"/>
            <a:ext cx="25734963" cy="93646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4475" y="9990138"/>
            <a:ext cx="13546138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13013" y="9990138"/>
            <a:ext cx="13547725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583738"/>
            <a:ext cx="13376275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475" y="13576300"/>
            <a:ext cx="13376275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700" y="9583738"/>
            <a:ext cx="13381038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700" y="13576300"/>
            <a:ext cx="13381038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5" y="1704975"/>
            <a:ext cx="9959975" cy="725328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400" y="1704975"/>
            <a:ext cx="16924338" cy="365379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475" y="8958263"/>
            <a:ext cx="9959975" cy="292846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075" y="29968825"/>
            <a:ext cx="18165763" cy="35369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075" y="3825875"/>
            <a:ext cx="18165763" cy="256857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075" y="33505775"/>
            <a:ext cx="18165763" cy="50244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50363" y="1714500"/>
            <a:ext cx="6810375" cy="3652837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4475" y="1714500"/>
            <a:ext cx="20283488" cy="3652837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125" y="13300075"/>
            <a:ext cx="25734963" cy="91757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8" y="24260175"/>
            <a:ext cx="21191537" cy="109410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775" y="27509788"/>
            <a:ext cx="25734963" cy="850423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775" y="18145125"/>
            <a:ext cx="25734963" cy="93646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4475" y="9990138"/>
            <a:ext cx="13546138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13013" y="9990138"/>
            <a:ext cx="13547725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583738"/>
            <a:ext cx="13376275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475" y="13576300"/>
            <a:ext cx="13376275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700" y="9583738"/>
            <a:ext cx="13381038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700" y="13576300"/>
            <a:ext cx="13381038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5" y="1704975"/>
            <a:ext cx="9959975" cy="725328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400" y="1704975"/>
            <a:ext cx="16924338" cy="365379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475" y="8958263"/>
            <a:ext cx="9959975" cy="292846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075" y="29968825"/>
            <a:ext cx="18165763" cy="35369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075" y="3825875"/>
            <a:ext cx="18165763" cy="256857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075" y="33505775"/>
            <a:ext cx="18165763" cy="50244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50363" y="1714500"/>
            <a:ext cx="6810375" cy="3652837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4475" y="1714500"/>
            <a:ext cx="20283488" cy="3652837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30275213" cy="3799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094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2088170" rtl="0" eaLnBrk="1" latinLnBrk="0" hangingPunct="1">
        <a:spcBef>
          <a:spcPct val="0"/>
        </a:spcBef>
        <a:buNone/>
        <a:defRPr sz="20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6127" indent="-1566127" algn="l" defTabSz="2088170" rtl="0" eaLnBrk="1" latinLnBrk="0" hangingPunct="1">
        <a:spcBef>
          <a:spcPct val="20000"/>
        </a:spcBef>
        <a:buFont typeface="Arial"/>
        <a:buChar char="•"/>
        <a:defRPr sz="14600" kern="1200">
          <a:solidFill>
            <a:schemeClr val="tx1"/>
          </a:solidFill>
          <a:latin typeface="+mn-lt"/>
          <a:ea typeface="+mn-ea"/>
          <a:cs typeface="+mn-cs"/>
        </a:defRPr>
      </a:lvl1pPr>
      <a:lvl2pPr marL="3393276" indent="-1305106" algn="l" defTabSz="2088170" rtl="0" eaLnBrk="1" latinLnBrk="0" hangingPunct="1">
        <a:spcBef>
          <a:spcPct val="20000"/>
        </a:spcBef>
        <a:buFont typeface="Arial"/>
        <a:buChar char="–"/>
        <a:defRPr sz="12800" kern="1200">
          <a:solidFill>
            <a:schemeClr val="tx1"/>
          </a:solidFill>
          <a:latin typeface="+mn-lt"/>
          <a:ea typeface="+mn-ea"/>
          <a:cs typeface="+mn-cs"/>
        </a:defRPr>
      </a:lvl2pPr>
      <a:lvl3pPr marL="5220424" indent="-1044085" algn="l" defTabSz="2088170" rtl="0" eaLnBrk="1" latinLnBrk="0" hangingPunct="1">
        <a:spcBef>
          <a:spcPct val="20000"/>
        </a:spcBef>
        <a:buFont typeface="Arial"/>
        <a:buChar char="•"/>
        <a:defRPr sz="11000" kern="1200">
          <a:solidFill>
            <a:schemeClr val="tx1"/>
          </a:solidFill>
          <a:latin typeface="+mn-lt"/>
          <a:ea typeface="+mn-ea"/>
          <a:cs typeface="+mn-cs"/>
        </a:defRPr>
      </a:lvl3pPr>
      <a:lvl4pPr marL="7308593" indent="-1044085" algn="l" defTabSz="2088170" rtl="0" eaLnBrk="1" latinLnBrk="0" hangingPunct="1">
        <a:spcBef>
          <a:spcPct val="20000"/>
        </a:spcBef>
        <a:buFont typeface="Arial"/>
        <a:buChar char="–"/>
        <a:defRPr sz="9100" kern="1200">
          <a:solidFill>
            <a:schemeClr val="tx1"/>
          </a:solidFill>
          <a:latin typeface="+mn-lt"/>
          <a:ea typeface="+mn-ea"/>
          <a:cs typeface="+mn-cs"/>
        </a:defRPr>
      </a:lvl4pPr>
      <a:lvl5pPr marL="9396763" indent="-1044085" algn="l" defTabSz="2088170" rtl="0" eaLnBrk="1" latinLnBrk="0" hangingPunct="1">
        <a:spcBef>
          <a:spcPct val="20000"/>
        </a:spcBef>
        <a:buFont typeface="Arial"/>
        <a:buChar char="»"/>
        <a:defRPr sz="9100" kern="1200">
          <a:solidFill>
            <a:schemeClr val="tx1"/>
          </a:solidFill>
          <a:latin typeface="+mn-lt"/>
          <a:ea typeface="+mn-ea"/>
          <a:cs typeface="+mn-cs"/>
        </a:defRPr>
      </a:lvl5pPr>
      <a:lvl6pPr marL="11484933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6pPr>
      <a:lvl7pPr marL="13573102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7pPr>
      <a:lvl8pPr marL="15661272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8pPr>
      <a:lvl9pPr marL="17749441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1pPr>
      <a:lvl2pPr marL="2088170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2pPr>
      <a:lvl3pPr marL="4176339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264509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4pPr>
      <a:lvl5pPr marL="8352678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5pPr>
      <a:lvl6pPr marL="10440848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6pPr>
      <a:lvl7pPr marL="12529017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7pPr>
      <a:lvl8pPr marL="14617187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8pPr>
      <a:lvl9pPr marL="16705356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4475" y="1714500"/>
            <a:ext cx="27246263" cy="7135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990138"/>
            <a:ext cx="27246263" cy="28252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4475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4150" y="39679563"/>
            <a:ext cx="9586913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7950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4475" y="1714500"/>
            <a:ext cx="27246263" cy="7135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990138"/>
            <a:ext cx="27246263" cy="28252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4475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4150" y="39679563"/>
            <a:ext cx="9586913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7950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4475" y="1714500"/>
            <a:ext cx="27246263" cy="7135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990138"/>
            <a:ext cx="27246263" cy="28252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4475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4150" y="39679563"/>
            <a:ext cx="9586913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7950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Relationship Id="rId8" Type="http://schemas.openxmlformats.org/officeDocument/2006/relationships/image" Target="../media/image8.jpeg"/><Relationship Id="rId9" Type="http://schemas.openxmlformats.org/officeDocument/2006/relationships/image" Target="../media/image9.jpe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20.png"/><Relationship Id="rId21" Type="http://schemas.openxmlformats.org/officeDocument/2006/relationships/image" Target="../media/image21.png"/><Relationship Id="rId22" Type="http://schemas.openxmlformats.org/officeDocument/2006/relationships/image" Target="../media/image22.png"/><Relationship Id="rId23" Type="http://schemas.openxmlformats.org/officeDocument/2006/relationships/image" Target="../media/image23.png"/><Relationship Id="rId24" Type="http://schemas.openxmlformats.org/officeDocument/2006/relationships/image" Target="../media/image24.png"/><Relationship Id="rId25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16000" y="4069080"/>
            <a:ext cx="29843999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>
                <a:latin typeface="Arial" pitchFamily="34" charset="0"/>
                <a:cs typeface="Arial" pitchFamily="34" charset="0"/>
              </a:rPr>
              <a:t>Comparison and Implementation of Data Compression Methods for SoC-based Radar Systems</a:t>
            </a:r>
          </a:p>
          <a:p>
            <a:pPr algn="ctr"/>
            <a:r>
              <a:rPr lang="en-AU" sz="7200" i="1" dirty="0" smtClean="0">
                <a:latin typeface="Arial" pitchFamily="34" charset="0"/>
                <a:cs typeface="Arial" pitchFamily="34" charset="0"/>
              </a:rPr>
              <a:t>Author: Jordan Mohindra</a:t>
            </a:r>
          </a:p>
          <a:p>
            <a:pPr algn="ctr"/>
            <a:r>
              <a:rPr lang="en-AU" sz="4800" i="1" dirty="0" smtClean="0">
                <a:latin typeface="Arial" pitchFamily="34" charset="0"/>
                <a:cs typeface="Arial" pitchFamily="34" charset="0"/>
              </a:rPr>
              <a:t>Supervisor: A/Prof Beena Ahmed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91549" y="862280"/>
            <a:ext cx="13500000" cy="116955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AU" sz="7200" b="0" dirty="0" smtClean="0">
                <a:latin typeface="Arial" pitchFamily="34" charset="0"/>
                <a:cs typeface="Arial" pitchFamily="34" charset="0"/>
              </a:rPr>
              <a:t>2026 Thesis Project</a:t>
            </a:r>
            <a:r>
              <a:rPr lang="en-AU" sz="7200" b="0" dirty="0" smtClean="0">
                <a:latin typeface="Arial" pitchFamily="34" charset="0"/>
                <a:cs typeface="Arial" pitchFamily="34" charset="0"/>
              </a:rPr>
              <a:t/>
            </a:r>
            <a:endParaRPr lang="en-AU" sz="70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77240" y="8714232"/>
            <a:ext cx="11521440" cy="6035040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97280" y="8942832"/>
            <a:ext cx="108813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Why compress radar data?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9674352"/>
            <a:ext cx="10881360" cy="23774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Cascaded MIMO radars (here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12 transmitters × 16 receivers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) produce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3.1 MB of raw data in every frame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frame after frame.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The link to the car's central computer (SoC) becomes the bottleneck: bandwidth, power and delay.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So: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compress at the sensor, losslessly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 Less data on the link,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identical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data after decoding, so target detection is unchanged.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12326112"/>
            <a:ext cx="233172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Radar</a:t>
            </a:r>
          </a:p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393 KB / frame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60" y="12326112"/>
            <a:ext cx="2331720" cy="1691640"/>
          </a:xfrm>
          <a:prstGeom prst="roundRect">
            <a:avLst>
              <a:gd name="adj" fmla="val 12000"/>
            </a:avLst>
          </a:prstGeom>
          <a:solidFill>
            <a:srgbClr val="FFE066"/>
          </a:solidFill>
          <a:ln w="381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FPGA</a:t>
            </a:r>
          </a:p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compress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0" y="12326112"/>
            <a:ext cx="233172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SoC</a:t>
            </a:r>
          </a:p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decompress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520440" y="12760452"/>
            <a:ext cx="868680" cy="82296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ight Arrow 37"/>
          <p:cNvSpPr/>
          <p:nvPr/>
        </p:nvSpPr>
        <p:spPr>
          <a:xfrm>
            <a:off x="6903720" y="13053060"/>
            <a:ext cx="868680" cy="237744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60820" y="13354812"/>
            <a:ext cx="155448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93 KB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4063472"/>
            <a:ext cx="2697479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 i="1">
                <a:solidFill>
                  <a:srgbClr val="000000"/>
                </a:solidFill>
                <a:latin typeface="Arial"/>
              </a:rPr>
              <a:t>same data, bit for bit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710159" y="8714232"/>
            <a:ext cx="10890503" cy="6035040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3030199" y="8942832"/>
            <a:ext cx="10250423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What are DRHE and LPC?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002767" y="9628632"/>
            <a:ext cx="10158983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Predict sample xₘ (ramp m) from ramps of the </a:t>
            </a:r>
            <a:r>
              <a:rPr sz="2200" b="1" i="0">
                <a:solidFill>
                  <a:srgbClr val="000000"/>
                </a:solidFill>
                <a:latin typeface="Arial"/>
              </a:rPr>
              <a:t>same transmitter</a:t>
            </a:r>
            <a:r>
              <a:rPr sz="2200" b="0" i="0">
                <a:solidFill>
                  <a:srgbClr val="000000"/>
                </a:solidFill>
                <a:latin typeface="Arial"/>
              </a:rPr>
              <a:t>, L = 12 back, then </a:t>
            </a:r>
            <a:r>
              <a:rPr sz="2200" b="1" i="0">
                <a:solidFill>
                  <a:srgbClr val="000000"/>
                </a:solidFill>
                <a:latin typeface="Arial"/>
              </a:rPr>
              <a:t>Huffman-code the error</a:t>
            </a:r>
            <a:r>
              <a:rPr sz="220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pic>
        <p:nvPicPr>
          <p:cNvPr id="44" name="Picture 43" descr="c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75919" y="10515599"/>
            <a:ext cx="1647078" cy="342412"/>
          </a:xfrm>
          <a:prstGeom prst="rect">
            <a:avLst/>
          </a:prstGeom>
        </p:spPr>
      </p:pic>
      <p:pic>
        <p:nvPicPr>
          <p:cNvPr id="45" name="Picture 44" descr="c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363078" y="10497311"/>
            <a:ext cx="5503590" cy="342412"/>
          </a:xfrm>
          <a:prstGeom prst="rect">
            <a:avLst/>
          </a:prstGeom>
        </p:spPr>
      </p:pic>
      <p:cxnSp>
        <p:nvCxnSpPr>
          <p:cNvPr id="46" name="Connector 45"/>
          <p:cNvCxnSpPr/>
          <p:nvPr/>
        </p:nvCxnSpPr>
        <p:spPr>
          <a:xfrm>
            <a:off x="18155411" y="11091672"/>
            <a:ext cx="0" cy="3383279"/>
          </a:xfrm>
          <a:prstGeom prst="line">
            <a:avLst/>
          </a:prstGeom>
          <a:ln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3002767" y="11045951"/>
            <a:ext cx="4896611" cy="5029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000000"/>
                </a:solidFill>
                <a:latin typeface="Arial"/>
              </a:rPr>
              <a:t>DRHE</a:t>
            </a:r>
            <a:r>
              <a:rPr sz="2600" b="0" i="0">
                <a:solidFill>
                  <a:srgbClr val="000000"/>
                </a:solidFill>
                <a:latin typeface="Arial"/>
              </a:rPr>
              <a:t>   A = |x|,  φ = ∠x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65139" y="11045951"/>
            <a:ext cx="4896611" cy="5029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000000"/>
                </a:solidFill>
                <a:latin typeface="Arial"/>
              </a:rPr>
              <a:t>LPC</a:t>
            </a:r>
            <a:r>
              <a:rPr sz="2600" b="0" i="0">
                <a:solidFill>
                  <a:srgbClr val="000000"/>
                </a:solidFill>
                <a:latin typeface="Arial"/>
              </a:rPr>
              <a:t>   x = I or Q, per range bin</a:t>
            </a:r>
          </a:p>
        </p:txBody>
      </p:sp>
      <p:pic>
        <p:nvPicPr>
          <p:cNvPr id="49" name="Picture 48" descr="d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075919" y="11686031"/>
            <a:ext cx="3676558" cy="407395"/>
          </a:xfrm>
          <a:prstGeom prst="rect">
            <a:avLst/>
          </a:prstGeom>
        </p:spPr>
      </p:pic>
      <p:pic>
        <p:nvPicPr>
          <p:cNvPr id="50" name="Picture 49" descr="d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075919" y="12294595"/>
            <a:ext cx="4838760" cy="412394"/>
          </a:xfrm>
          <a:prstGeom prst="rect">
            <a:avLst/>
          </a:prstGeom>
        </p:spPr>
      </p:pic>
      <p:pic>
        <p:nvPicPr>
          <p:cNvPr id="51" name="Picture 50" descr="d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75919" y="12908158"/>
            <a:ext cx="4123944" cy="449884"/>
          </a:xfrm>
          <a:prstGeom prst="rect">
            <a:avLst/>
          </a:prstGeom>
        </p:spPr>
      </p:pic>
      <p:pic>
        <p:nvPicPr>
          <p:cNvPr id="52" name="Picture 51" descr="l1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338291" y="11686031"/>
            <a:ext cx="3136696" cy="342412"/>
          </a:xfrm>
          <a:prstGeom prst="rect">
            <a:avLst/>
          </a:prstGeom>
        </p:spPr>
      </p:pic>
      <p:pic>
        <p:nvPicPr>
          <p:cNvPr id="53" name="Picture 52" descr="l2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338291" y="12138172"/>
            <a:ext cx="2306909" cy="772302"/>
          </a:xfrm>
          <a:prstGeom prst="rect">
            <a:avLst/>
          </a:prstGeom>
        </p:spPr>
      </p:pic>
      <p:pic>
        <p:nvPicPr>
          <p:cNvPr id="54" name="Picture 53" descr="l3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338291" y="13020202"/>
            <a:ext cx="4603821" cy="91976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3002767" y="14090903"/>
            <a:ext cx="4896611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F3A5F"/>
                </a:solidFill>
                <a:latin typeface="Arial"/>
              </a:rPr>
              <a:t>Past ramps only → </a:t>
            </a:r>
            <a:r>
              <a:rPr sz="2200" b="1" i="0">
                <a:solidFill>
                  <a:srgbClr val="1F3A5F"/>
                </a:solidFill>
                <a:latin typeface="Arial"/>
              </a:rPr>
              <a:t>streams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265139" y="14090903"/>
            <a:ext cx="4896611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F3A5F"/>
                </a:solidFill>
                <a:latin typeface="Arial"/>
              </a:rPr>
              <a:t>Needs </a:t>
            </a:r>
            <a:r>
              <a:rPr sz="2200" b="1" i="0">
                <a:solidFill>
                  <a:srgbClr val="1F3A5F"/>
                </a:solidFill>
                <a:latin typeface="Arial"/>
              </a:rPr>
              <a:t>the whole frame</a:t>
            </a:r>
            <a:r>
              <a:rPr sz="2200" b="0" i="0">
                <a:solidFill>
                  <a:srgbClr val="1F3A5F"/>
                </a:solidFill>
                <a:latin typeface="Arial"/>
              </a:rPr>
              <a:t> → waits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4012143" y="8714232"/>
            <a:ext cx="5486400" cy="603504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5080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2400" b="0" i="1">
                <a:solidFill>
                  <a:srgbClr val="000000"/>
                </a:solidFill>
                <a:latin typeface="Arial"/>
              </a:rPr>
              <a:t>[Photo: KCU116 FPGA board and laptop running the test]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15206472"/>
            <a:ext cx="28721303" cy="22311360"/>
          </a:xfrm>
          <a:prstGeom prst="roundRect">
            <a:avLst>
              <a:gd name="adj" fmla="val 2500"/>
            </a:avLst>
          </a:prstGeom>
          <a:noFill/>
          <a:ln w="127000">
            <a:solidFill>
              <a:srgbClr val="B9C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77240" y="15389351"/>
            <a:ext cx="28721303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spcAft>
                <a:spcPts val="1000"/>
              </a:spcAft>
            </a:pPr>
            <a:r>
              <a:rPr sz="4400" b="1" i="0">
                <a:solidFill>
                  <a:srgbClr val="000000"/>
                </a:solidFill>
                <a:latin typeface="Arial"/>
              </a:rPr>
              <a:t>Method → Results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34440" y="16303751"/>
            <a:ext cx="7223760" cy="388620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1508760" y="16578072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0320" y="16651223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Real radar data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08760" y="17538192"/>
            <a:ext cx="6766560" cy="26060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ColoRadar recordings [1] from a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TI AWR2243 cascade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(12 TX). Range FFT in MATLAB, then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16-bit frames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8686800" y="17881092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234440" y="20509992"/>
            <a:ext cx="7223760" cy="388620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1508760" y="20784312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60320" y="20857464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Screen 8 algorithms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8760" y="21744432"/>
            <a:ext cx="6766560" cy="26060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MATLAB: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compression ratio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and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target detection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for every method on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50 frames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8686800" y="22087332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234440" y="24716231"/>
            <a:ext cx="7223760" cy="388620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508760" y="24990552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60320" y="25063703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DRHE vs LPC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08760" y="25950672"/>
            <a:ext cx="6766560" cy="26060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Where does the compression come from?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Huffman coding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prediction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and a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dictionary re-derived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for this data.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The dictionary helps more than the predictor.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8686800" y="26293572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234440" y="28922471"/>
            <a:ext cx="7223760" cy="388620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1508760" y="29196791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60320" y="29269944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Build it in hardware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08760" y="30156911"/>
            <a:ext cx="6766560" cy="26060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C++ in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Vitis HLS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→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Vivado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→ AMD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KCU116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FPGA. Encoder and decoder on the chip.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8686800" y="30499811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234440" y="33128711"/>
            <a:ext cx="7223760" cy="388620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1508760" y="33403031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60320" y="33476184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Measure on the board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08760" y="34363152"/>
            <a:ext cx="6766560" cy="26060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Stream 50 frames through the FPGA,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check every frame is bit-exact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and time it.</a:t>
            </a:r>
          </a:p>
        </p:txBody>
      </p:sp>
      <p:sp>
        <p:nvSpPr>
          <p:cNvPr id="84" name="Right Arrow 83"/>
          <p:cNvSpPr/>
          <p:nvPr/>
        </p:nvSpPr>
        <p:spPr>
          <a:xfrm>
            <a:off x="8686800" y="34706052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ig_inpu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875520" y="16303751"/>
            <a:ext cx="5095419" cy="3886200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15336699" y="16303751"/>
            <a:ext cx="13704644" cy="388620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 bIns="73152"/>
          <a:lstStyle/>
          <a:p>
            <a:pPr algn="l">
              <a:spcAft>
                <a:spcPts val="14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Input: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one frame = 128 range bins × 192 ramps × 4 RX, 16-bit I/Q =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393 KB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Output: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a compressed bitstream of about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93 KB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(DRHE). Decompressing it gives back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exactly the same frame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pic>
        <p:nvPicPr>
          <p:cNvPr id="87" name="Picture 86" descr="cr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870664" y="19057010"/>
            <a:ext cx="3135477" cy="858621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22189021" y="19057010"/>
            <a:ext cx="5943600" cy="85862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000000"/>
                </a:solidFill>
                <a:latin typeface="Arial"/>
              </a:rPr>
              <a:t>= 393 KB / 93 KB ≈ </a:t>
            </a:r>
            <a:r>
              <a:rPr sz="2800" b="1" i="0">
                <a:solidFill>
                  <a:srgbClr val="000000"/>
                </a:solidFill>
                <a:latin typeface="Arial"/>
              </a:rPr>
              <a:t>4.2×</a:t>
            </a:r>
            <a:r>
              <a:rPr sz="2800" b="0" i="0">
                <a:solidFill>
                  <a:srgbClr val="000000"/>
                </a:solidFill>
                <a:latin typeface="Arial"/>
              </a:rPr>
              <a:t> (DRHE)</a:t>
            </a:r>
          </a:p>
        </p:txBody>
      </p:sp>
      <p:pic>
        <p:nvPicPr>
          <p:cNvPr id="89" name="Picture 88" descr="fig_stage1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75520" y="20509992"/>
            <a:ext cx="4815977" cy="3886200"/>
          </a:xfrm>
          <a:prstGeom prst="rect">
            <a:avLst/>
          </a:prstGeom>
        </p:spPr>
      </p:pic>
      <p:sp>
        <p:nvSpPr>
          <p:cNvPr id="90" name="Rounded Rectangle 89"/>
          <p:cNvSpPr/>
          <p:nvPr/>
        </p:nvSpPr>
        <p:spPr>
          <a:xfrm>
            <a:off x="15057257" y="20509992"/>
            <a:ext cx="13984086" cy="3886200"/>
          </a:xfrm>
          <a:prstGeom prst="roundRect">
            <a:avLst>
              <a:gd name="adj" fmla="val 6000"/>
            </a:avLst>
          </a:prstGeom>
          <a:solidFill>
            <a:srgbClr val="D8E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The green area is the goal: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high compression (right)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and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no extra missed targets (bottom).</a:t>
            </a:r>
          </a:p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Lossy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methods (BAQ, RDVLE) shrink the data but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lose targets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 Only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DRHE and LPC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land in the green.</a:t>
            </a:r>
          </a:p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The 3.77 % baseline comes from 16-bit rounding, not compression.</a:t>
            </a:r>
          </a:p>
        </p:txBody>
      </p:sp>
      <p:pic>
        <p:nvPicPr>
          <p:cNvPr id="91" name="Picture 90" descr="fig_residual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875520" y="24716231"/>
            <a:ext cx="5198083" cy="3886200"/>
          </a:xfrm>
          <a:prstGeom prst="rect">
            <a:avLst/>
          </a:prstGeom>
        </p:spPr>
      </p:pic>
      <p:pic>
        <p:nvPicPr>
          <p:cNvPr id="92" name="Picture 91" descr="fig_cr_bars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5393643" y="24716231"/>
            <a:ext cx="5213413" cy="3886200"/>
          </a:xfrm>
          <a:prstGeom prst="rect">
            <a:avLst/>
          </a:prstGeom>
        </p:spPr>
      </p:pic>
      <p:pic>
        <p:nvPicPr>
          <p:cNvPr id="93" name="Picture 92" descr="fig_cr_frames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927096" y="24716231"/>
            <a:ext cx="6418904" cy="3886200"/>
          </a:xfrm>
          <a:prstGeom prst="rect">
            <a:avLst/>
          </a:prstGeom>
        </p:spPr>
      </p:pic>
      <p:pic>
        <p:nvPicPr>
          <p:cNvPr id="94" name="Picture 93" descr="fig_resources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875520" y="28922471"/>
            <a:ext cx="5603841" cy="3886200"/>
          </a:xfrm>
          <a:prstGeom prst="rect">
            <a:avLst/>
          </a:prstGeom>
        </p:spPr>
      </p:pic>
      <p:sp>
        <p:nvSpPr>
          <p:cNvPr id="95" name="Rounded Rectangle 94"/>
          <p:cNvSpPr/>
          <p:nvPr/>
        </p:nvSpPr>
        <p:spPr>
          <a:xfrm>
            <a:off x="15845121" y="28922471"/>
            <a:ext cx="13196222" cy="388620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Encoder + decoder use under a quarter of the chip: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DRHE 23 %, LPC 25 % of the logic (LUTs).</a:t>
            </a:r>
          </a:p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The same C++ that was simulated runs on the FPGA, so the hardware can be checked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bit for bit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against the simulation.</a:t>
            </a:r>
          </a:p>
        </p:txBody>
      </p:sp>
      <p:pic>
        <p:nvPicPr>
          <p:cNvPr id="96" name="Picture 95" descr="fig_timing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875520" y="33128711"/>
            <a:ext cx="5365688" cy="3886200"/>
          </a:xfrm>
          <a:prstGeom prst="rect">
            <a:avLst/>
          </a:prstGeom>
        </p:spPr>
      </p:pic>
      <p:sp>
        <p:nvSpPr>
          <p:cNvPr id="97" name="Rounded Rectangle 96"/>
          <p:cNvSpPr/>
          <p:nvPr/>
        </p:nvSpPr>
        <p:spPr>
          <a:xfrm>
            <a:off x="15606968" y="33128711"/>
            <a:ext cx="13434375" cy="388620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l">
              <a:spcAft>
                <a:spcPts val="1200"/>
              </a:spcAft>
            </a:pPr>
            <a:r>
              <a:rPr sz="3000" b="1" i="0">
                <a:solidFill>
                  <a:srgbClr val="000000"/>
                </a:solidFill>
                <a:latin typeface="Arial"/>
              </a:rPr>
              <a:t>50 / 50 frames bit-exact</a:t>
            </a:r>
            <a:r>
              <a:rPr sz="3000" b="0" i="0">
                <a:solidFill>
                  <a:srgbClr val="000000"/>
                </a:solidFill>
                <a:latin typeface="Arial"/>
              </a:rPr>
              <a:t> on the FPGA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DRHE: 0.61 ms per frame.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Output streams out as the data comes in.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LPC: 3.25 ms per frame.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It must store the whole frame before it can output anything.</a:t>
            </a:r>
          </a:p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Decode timing: board run pending.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77240" y="37975032"/>
            <a:ext cx="11521440" cy="4224527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1097280" y="38203632"/>
            <a:ext cx="108813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Why an FPGA, not just simulation?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7280" y="38935152"/>
            <a:ext cx="10881360" cy="3127247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Compression has to run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at the sensor, in real time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on small low-power hardware.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Simulation cannot show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speed, latency or chip size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Hardware proves the design reproduces the simulation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bit for bit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2710159" y="37975032"/>
            <a:ext cx="16788384" cy="4224527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3030199" y="38203632"/>
            <a:ext cx="16148304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Conclusion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030199" y="38935152"/>
            <a:ext cx="16148304" cy="2670047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 marL="320040" indent="-320040">
              <a:spcAft>
                <a:spcPts val="6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Both DRHE and LPC are lossless on real radar data, on real hardware.</a:t>
            </a:r>
          </a:p>
          <a:p>
            <a:pPr algn="l" marL="320040" indent="-320040">
              <a:spcAft>
                <a:spcPts val="6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LPC compresses most: 4.40×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(DRHE 4.22×). Re-deriving the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Huffman dictionary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for this data helped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more than the predictor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did.</a:t>
            </a:r>
          </a:p>
          <a:p>
            <a:pPr algn="l" marL="320040" indent="-320040">
              <a:spcAft>
                <a:spcPts val="6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DRHE streams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with no frame buffer;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LPC must buffer a whole frame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(3.25 ms). Both meet the 15 ms limit here, but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DRHE scales better to bigger frames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 marL="320040" indent="-320040">
              <a:spcAft>
                <a:spcPts val="6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Next: a streaming LPC, all 16 receivers, fixed-point DRHE.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3030199" y="41742360"/>
            <a:ext cx="16148304" cy="3657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[1] A. Kramer et al., ColoRadar: the direct 3D millimeter wave radar dataset, IJRR, 2022.</a:t>
            </a:r>
          </a:p>
        </p:txBody>
      </p:sp>
    </p:spTree>
    <p:extLst>
      <p:ext uri="{BB962C8B-B14F-4D97-AF65-F5344CB8AC3E}">
        <p14:creationId xmlns:p14="http://schemas.microsoft.com/office/powerpoint/2010/main" val="3152000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numCol="2" rtlCol="0">
        <a:spAutoFit/>
      </a:bodyPr>
      <a:lstStyle>
        <a:defPPr>
          <a:defRPr sz="3600" b="1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2542</TotalTime>
  <Words>175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Office Theme</vt:lpstr>
      <vt:lpstr>2_Custom Design</vt:lpstr>
      <vt:lpstr>1_Custom Design</vt:lpstr>
      <vt:lpstr>Custom Design</vt:lpstr>
      <vt:lpstr>PowerPoint Presentation</vt:lpstr>
    </vt:vector>
  </TitlesOfParts>
  <Company>University of New South Wales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Yvonne Lee</dc:creator>
  <cp:lastModifiedBy>aron</cp:lastModifiedBy>
  <cp:revision>77</cp:revision>
  <dcterms:created xsi:type="dcterms:W3CDTF">2014-01-23T05:36:43Z</dcterms:created>
  <dcterms:modified xsi:type="dcterms:W3CDTF">2017-05-23T12:41:47Z</dcterms:modified>
</cp:coreProperties>
</file>