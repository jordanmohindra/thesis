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7" r:id="rId2"/>
    <p:sldId id="256" r:id="rId3"/>
    <p:sldId id="275" r:id="rId4"/>
    <p:sldId id="276" r:id="rId5"/>
    <p:sldId id="277" r:id="rId6"/>
    <p:sldId id="290" r:id="rId7"/>
    <p:sldId id="291" r:id="rId8"/>
    <p:sldId id="278" r:id="rId9"/>
    <p:sldId id="293" r:id="rId10"/>
    <p:sldId id="299" r:id="rId11"/>
    <p:sldId id="292" r:id="rId12"/>
    <p:sldId id="294" r:id="rId13"/>
    <p:sldId id="295" r:id="rId14"/>
    <p:sldId id="297" r:id="rId15"/>
    <p:sldId id="280" r:id="rId16"/>
    <p:sldId id="286" r:id="rId17"/>
    <p:sldId id="281" r:id="rId18"/>
    <p:sldId id="287" r:id="rId19"/>
    <p:sldId id="298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E9EBF5"/>
          </a:solidFill>
        </a:fill>
      </a:tcStyle>
    </a:wholeTbl>
    <a:band1H>
      <a:tcStyle>
        <a:tcBdr/>
        <a:fill>
          <a:solidFill>
            <a:srgbClr val="CFD5EA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FD5EA"/>
          </a:solidFill>
        </a:fill>
      </a:tcStyle>
    </a:band1V>
    <a:band2V>
      <a:tcStyle>
        <a:tcBdr/>
      </a:tcStyle>
    </a:band2V>
    <a:la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4472C4"/>
          </a:solidFill>
        </a:fill>
      </a:tcStyle>
    </a:lastCol>
    <a:fir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4472C4"/>
          </a:solidFill>
        </a:fill>
      </a:tcStyle>
    </a:firstCol>
    <a:la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top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4472C4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bottom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4472C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1950" y="85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F8588AB-9452-CBDD-19B9-46F2B7B723E7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952870-D291-87EC-3676-25AFCF871974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3884608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fld id="{965A924A-63FD-457F-929F-10D62092FD88}" type="datetime1">
              <a:rPr lang="en-US"/>
              <a:pPr lvl="0"/>
              <a:t>4/12/2026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5E2D5A7D-1FE4-A9E9-47D9-0AD11AED77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099"/>
          </a:xfrm>
          <a:prstGeom prst="rect">
            <a:avLst/>
          </a:prstGeom>
          <a:noFill/>
          <a:ln w="12701">
            <a:solidFill>
              <a:srgbClr val="000000"/>
            </a:solidFill>
            <a:prstDash val="solid"/>
          </a:ln>
        </p:spPr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99F0067D-C1EA-0E2A-07F7-BA214DB37830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18EE02-13EE-09D0-7D25-AD0A18280071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xfrm>
            <a:off x="0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98661F-856E-C20F-1EDB-DB4FA21D2DD2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AU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fld id="{84476D72-7847-4411-8045-4FB1BF7F281B}" type="slidenum"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94579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marR="0" lvl="0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US" sz="1200" b="0" i="0" u="none" strike="noStrike" kern="1200" cap="none" spc="0" baseline="0">
        <a:solidFill>
          <a:srgbClr val="000000"/>
        </a:solidFill>
        <a:uFillTx/>
        <a:latin typeface="Calibri"/>
      </a:defRPr>
    </a:lvl1pPr>
    <a:lvl2pPr marL="457200" marR="0" lvl="1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US" sz="1200" b="0" i="0" u="none" strike="noStrike" kern="1200" cap="none" spc="0" baseline="0">
        <a:solidFill>
          <a:srgbClr val="000000"/>
        </a:solidFill>
        <a:uFillTx/>
        <a:latin typeface="Calibri"/>
      </a:defRPr>
    </a:lvl2pPr>
    <a:lvl3pPr marL="914400" marR="0" lvl="2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US" sz="1200" b="0" i="0" u="none" strike="noStrike" kern="1200" cap="none" spc="0" baseline="0">
        <a:solidFill>
          <a:srgbClr val="000000"/>
        </a:solidFill>
        <a:uFillTx/>
        <a:latin typeface="Calibri"/>
      </a:defRPr>
    </a:lvl3pPr>
    <a:lvl4pPr marL="1371600" marR="0" lvl="3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US" sz="1200" b="0" i="0" u="none" strike="noStrike" kern="1200" cap="none" spc="0" baseline="0">
        <a:solidFill>
          <a:srgbClr val="000000"/>
        </a:solidFill>
        <a:uFillTx/>
        <a:latin typeface="Calibri"/>
      </a:defRPr>
    </a:lvl4pPr>
    <a:lvl5pPr marL="1828800" marR="0" lvl="4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US" sz="1200" b="0" i="0" u="none" strike="noStrike" kern="1200" cap="none" spc="0" baseline="0">
        <a:solidFill>
          <a:srgbClr val="000000"/>
        </a:solidFill>
        <a:uFillTx/>
        <a:latin typeface="Calibri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84476D72-7847-4411-8045-4FB1BF7F281B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987722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945F46-4EBA-9BD2-4BE6-87F6AD7403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B9BF6A-86F7-ED35-19A0-EFA4C5C6409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EB1373-0152-E50E-2ECA-0035386C6960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B6479D29-4C93-45A2-B690-3E79602FD6C7}" type="slidenum">
              <a:t>2</a:t>
            </a:fld>
            <a:endParaRPr lang="en-AU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E86F5-FF65-5B3C-0CE3-3E6958657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A6C531-615A-8929-8C37-E1DE7540A1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92745B-6B37-391B-8CA1-0448C706BC3E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6378A1-EB84-EB39-E9A7-EA58A26CE8E0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B6479D29-4C93-45A2-B690-3E79602FD6C7}" type="slidenum">
              <a:t>3</a:t>
            </a:fld>
            <a:endParaRPr lang="en-AU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105602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4B3C6-9C43-FF42-49A2-8BC44CB19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0DF968-0B66-BA9F-9A6B-21B39835C2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6D308D-CF1C-5F1D-3897-05D51AC2643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101970-07AD-D278-86F6-40F94F244E15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B6479D29-4C93-45A2-B690-3E79602FD6C7}" type="slidenum">
              <a:t>4</a:t>
            </a:fld>
            <a:endParaRPr lang="en-AU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75820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3957CD-853F-85E0-78ED-03EB8AB52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33A5A9-C9FF-B82B-2F01-996775831A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9EF5F0-FB50-9C4F-D590-C34BFAA7999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DE9F76-74C3-8B5D-1FDB-56DDAF5A65C3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B6479D29-4C93-45A2-B690-3E79602FD6C7}" type="slidenum">
              <a:t>5</a:t>
            </a:fld>
            <a:endParaRPr lang="en-AU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323349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C0BCC7-9596-D731-924A-64393E46D2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D56F09-2D00-A2D7-3B5A-6DADDDB0FD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77CA74-FC7A-6B50-0DF2-262C1562E1F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001203-0684-BFC7-7B0E-4A1138F0984E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B6479D29-4C93-45A2-B690-3E79602FD6C7}" type="slidenum">
              <a:t>6</a:t>
            </a:fld>
            <a:endParaRPr lang="en-AU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943021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ED2F37-4C20-7E96-482B-F80429BCDE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22A146-2177-26F7-7713-59C3BDAB92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FD3BA6-AA68-9ED8-1F1D-A4EB3C314FB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118B4E-7B58-1A25-329D-E98A7AB87BBE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B6479D29-4C93-45A2-B690-3E79602FD6C7}" type="slidenum">
              <a:t>7</a:t>
            </a:fld>
            <a:endParaRPr lang="en-AU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115349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583534-C364-13E1-378D-6CE660769F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8C2C52-61B1-4A00-8B25-F106373DE3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64CC6C-7D02-B856-9FAE-28D4844EBD4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B6EE14-0454-9AAE-933B-8E14895F636E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B6479D29-4C93-45A2-B690-3E79602FD6C7}" type="slidenum">
              <a:t>8</a:t>
            </a:fld>
            <a:endParaRPr lang="en-AU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345176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778AAE-52AB-FBCB-4284-F8659AB40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470A7B-BFBC-71DE-7130-803D97BBFB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958007-C962-BC69-7AE4-936393057FB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D3CDAC-9037-F380-3F61-897696BC60B3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B6479D29-4C93-45A2-B690-3E79602FD6C7}" type="slidenum">
              <a:t>9</a:t>
            </a:fld>
            <a:endParaRPr lang="en-AU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224741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C3C52-ADD0-18F5-0338-62850A4CE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F3E532-5CD8-5F69-DBB4-38657D378F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39E904-AA61-C5F4-BEF5-B1782A60B105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853AD9-C89A-B6EF-67D7-3BF5CC865505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B6479D29-4C93-45A2-B690-3E79602FD6C7}" type="slidenum">
              <a:t>10</a:t>
            </a:fld>
            <a:endParaRPr lang="en-AU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335223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C4F729-0CCA-7B39-8582-3A2B850EF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052260-24A0-5786-589F-5B61AEA279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0992A7-5C4E-C28E-747D-D7E6AD8CF60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FCCE78-A565-C1DE-1085-A543465E2EEA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B6479D29-4C93-45A2-B690-3E79602FD6C7}" type="slidenum">
              <a:t>11</a:t>
            </a:fld>
            <a:endParaRPr lang="en-AU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157711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961103-E49C-FE9E-7B8D-BD88D0BBFD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0F0431-B632-E1E4-84D9-CCED49C7F0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80EEC1-84B7-2374-ADF2-B191DB93A86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AD4A9B-6533-4976-B942-6AD9FE60DA31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B6479D29-4C93-45A2-B690-3E79602FD6C7}" type="slidenum">
              <a:t>12</a:t>
            </a:fld>
            <a:endParaRPr lang="en-AU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084663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B92DA3-0AD6-3E23-A5FD-87F49617D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F70336-667C-AFA8-82FE-C34BA3F405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FAB736-C086-9489-A4DD-C968C1418DA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CE24DC-EBED-856A-E3F8-9F50C999ECBD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B6479D29-4C93-45A2-B690-3E79602FD6C7}" type="slidenum">
              <a:t>13</a:t>
            </a:fld>
            <a:endParaRPr lang="en-AU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845947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AEE6F5-51FC-1F1B-0293-E4B6E70DB6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F0AF2E-495E-0591-EA72-0B7AF2C05E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A65666-9766-F432-BFF8-5C9B3788AE9E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D03ACD-00B2-7023-F132-420ADA24E8B6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B6479D29-4C93-45A2-B690-3E79602FD6C7}" type="slidenum">
              <a:t>14</a:t>
            </a:fld>
            <a:endParaRPr lang="en-AU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6191749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56CC94-9BD7-5CDA-3907-9CEFF3F5E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809C37-2719-5F60-586F-EB002FBE3C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48A5F3-55F9-005B-8D75-6304F710787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4649F9-ABE1-8DDB-59C6-81E9CE5A0F0D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B6479D29-4C93-45A2-B690-3E79602FD6C7}" type="slidenum">
              <a:t>15</a:t>
            </a:fld>
            <a:endParaRPr lang="en-AU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0256377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4BE4E-5142-1403-F70C-6CE92D831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7F9F40-E579-6ECE-E5AB-14E5169E29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4A60AB-001A-A597-B24A-9D5CA160D5E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72770D-E8F1-A20F-0100-A246BA6690D1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B6479D29-4C93-45A2-B690-3E79602FD6C7}" type="slidenum">
              <a:t>16</a:t>
            </a:fld>
            <a:endParaRPr lang="en-AU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2464641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223EE-DC82-359D-297A-E84A46DDF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7643AE-EE9D-31BE-4D2D-818267BF0E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C5FC3F-85F3-D870-8761-C12F3A9BA585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225EB0-812E-1545-7868-513635D111BC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B6479D29-4C93-45A2-B690-3E79602FD6C7}" type="slidenum">
              <a:t>17</a:t>
            </a:fld>
            <a:endParaRPr lang="en-AU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4798410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AB8C2A-182B-95C6-C824-E4564725B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CA77EC-A5DB-FE93-376F-E232B6D912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634E2C-698D-D91F-18B3-A689AC8BCFD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9D3318-928B-EC00-E491-B67AC09FAF14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B6479D29-4C93-45A2-B690-3E79602FD6C7}" type="slidenum">
              <a:t>18</a:t>
            </a:fld>
            <a:endParaRPr lang="en-AU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19553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20276E-C7BA-48E4-B120-F5F7EF894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477284-83B5-0A92-30F2-544349799E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E7E5D1-7CC5-D989-4E7E-C6286ABAC75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0D31A9-E6D7-99AF-A7B0-65D46FCF7813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B6479D29-4C93-45A2-B690-3E79602FD6C7}" type="slidenum">
              <a:t>19</a:t>
            </a:fld>
            <a:endParaRPr lang="en-AU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988811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oblem Specific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0;p22">
            <a:extLst>
              <a:ext uri="{FF2B5EF4-FFF2-40B4-BE49-F238E27FC236}">
                <a16:creationId xmlns:a16="http://schemas.microsoft.com/office/drawing/2014/main" id="{B9DC7F09-8990-AB88-6F5E-5DAA28751849}"/>
              </a:ext>
            </a:extLst>
          </p:cNvPr>
          <p:cNvSpPr txBox="1"/>
          <p:nvPr/>
        </p:nvSpPr>
        <p:spPr>
          <a:xfrm>
            <a:off x="11644911" y="6511350"/>
            <a:ext cx="275993" cy="27699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DCCCC543-771F-44F0-A077-11800FDECEB2}" type="slidenum">
              <a:rPr b="1"/>
              <a:t>‹#›</a:t>
            </a:fld>
            <a:endParaRPr lang="en-AU" sz="1200" b="1" i="0" u="none" strike="noStrike" kern="1200" cap="none" spc="0" baseline="0">
              <a:solidFill>
                <a:srgbClr val="948A54"/>
              </a:solidFill>
              <a:uFillTx/>
              <a:latin typeface="Lato" pitchFamily="34"/>
              <a:ea typeface="Lato" pitchFamily="34"/>
              <a:cs typeface="Lato" pitchFamily="34"/>
            </a:endParaRPr>
          </a:p>
        </p:txBody>
      </p:sp>
      <p:sp>
        <p:nvSpPr>
          <p:cNvPr id="3" name="Google Shape;39;p22">
            <a:extLst>
              <a:ext uri="{FF2B5EF4-FFF2-40B4-BE49-F238E27FC236}">
                <a16:creationId xmlns:a16="http://schemas.microsoft.com/office/drawing/2014/main" id="{FFA93B66-49DB-A253-BB7A-4ADA77621800}"/>
              </a:ext>
            </a:extLst>
          </p:cNvPr>
          <p:cNvSpPr txBox="1"/>
          <p:nvPr/>
        </p:nvSpPr>
        <p:spPr>
          <a:xfrm>
            <a:off x="-343366" y="6615322"/>
            <a:ext cx="6676854" cy="16927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algn="ctr">
              <a:spcAft>
                <a:spcPts val="600"/>
              </a:spcAf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AU" sz="1100" b="0" dirty="0">
                <a:solidFill>
                  <a:srgbClr val="000000"/>
                </a:solidFill>
                <a:ea typeface="+mn-lt"/>
                <a:cs typeface="+mn-lt"/>
              </a:rPr>
              <a:t>Comparison and Implementation of Data Compression Methods for SoC-based Radar Systems</a:t>
            </a:r>
            <a:endParaRPr lang="en-US" sz="1100" b="0" dirty="0"/>
          </a:p>
        </p:txBody>
      </p:sp>
      <p:sp>
        <p:nvSpPr>
          <p:cNvPr id="4" name="Rectangle 10">
            <a:extLst>
              <a:ext uri="{FF2B5EF4-FFF2-40B4-BE49-F238E27FC236}">
                <a16:creationId xmlns:a16="http://schemas.microsoft.com/office/drawing/2014/main" id="{FCB371D7-BC95-A327-ADEA-3879DEFD5317}"/>
              </a:ext>
            </a:extLst>
          </p:cNvPr>
          <p:cNvSpPr/>
          <p:nvPr/>
        </p:nvSpPr>
        <p:spPr>
          <a:xfrm>
            <a:off x="-466" y="146313"/>
            <a:ext cx="162562" cy="742319"/>
          </a:xfrm>
          <a:prstGeom prst="rect">
            <a:avLst/>
          </a:prstGeom>
          <a:solidFill>
            <a:srgbClr val="D63D16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1" i="0" u="none" strike="noStrike" kern="1200" cap="none" spc="0" baseline="0">
              <a:solidFill>
                <a:srgbClr val="D63D16"/>
              </a:solidFill>
              <a:uFillTx/>
              <a:latin typeface="Lato" pitchFamily="34"/>
              <a:ea typeface="Lato" pitchFamily="34"/>
              <a:cs typeface="Lato" pitchFamily="34"/>
            </a:endParaRPr>
          </a:p>
        </p:txBody>
      </p:sp>
      <p:cxnSp>
        <p:nvCxnSpPr>
          <p:cNvPr id="5" name="Straight Connector 11">
            <a:extLst>
              <a:ext uri="{FF2B5EF4-FFF2-40B4-BE49-F238E27FC236}">
                <a16:creationId xmlns:a16="http://schemas.microsoft.com/office/drawing/2014/main" id="{4A01AA3A-25D4-DFFD-52B4-A8CA0CAA8540}"/>
              </a:ext>
            </a:extLst>
          </p:cNvPr>
          <p:cNvCxnSpPr/>
          <p:nvPr/>
        </p:nvCxnSpPr>
        <p:spPr>
          <a:xfrm>
            <a:off x="274320" y="996595"/>
            <a:ext cx="11739881" cy="0"/>
          </a:xfrm>
          <a:prstGeom prst="straightConnector1">
            <a:avLst/>
          </a:prstGeom>
          <a:noFill/>
          <a:ln w="19046" cap="flat">
            <a:solidFill>
              <a:srgbClr val="09090B"/>
            </a:solidFill>
            <a:prstDash val="solid"/>
            <a:miter/>
          </a:ln>
        </p:spPr>
      </p:cxnSp>
      <p:sp>
        <p:nvSpPr>
          <p:cNvPr id="6" name="Rectangle 12">
            <a:extLst>
              <a:ext uri="{FF2B5EF4-FFF2-40B4-BE49-F238E27FC236}">
                <a16:creationId xmlns:a16="http://schemas.microsoft.com/office/drawing/2014/main" id="{8D9CA697-A549-7958-2C58-296734F4EF0C}"/>
              </a:ext>
            </a:extLst>
          </p:cNvPr>
          <p:cNvSpPr/>
          <p:nvPr/>
        </p:nvSpPr>
        <p:spPr>
          <a:xfrm>
            <a:off x="-1207190" y="2436363"/>
            <a:ext cx="767081" cy="767081"/>
          </a:xfrm>
          <a:prstGeom prst="rect">
            <a:avLst/>
          </a:prstGeom>
          <a:solidFill>
            <a:srgbClr val="FF977A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AU" sz="1800" b="1" i="0" u="none" strike="noStrike" kern="1200" cap="none" spc="0" baseline="0">
              <a:solidFill>
                <a:srgbClr val="FFFFFF"/>
              </a:solidFill>
              <a:uFillTx/>
              <a:latin typeface="Lato"/>
            </a:endParaRPr>
          </a:p>
        </p:txBody>
      </p:sp>
      <p:sp>
        <p:nvSpPr>
          <p:cNvPr id="7" name="Rectangle 14">
            <a:extLst>
              <a:ext uri="{FF2B5EF4-FFF2-40B4-BE49-F238E27FC236}">
                <a16:creationId xmlns:a16="http://schemas.microsoft.com/office/drawing/2014/main" id="{6FFE8BB9-7A21-01D0-222D-C550AA636E7C}"/>
              </a:ext>
            </a:extLst>
          </p:cNvPr>
          <p:cNvSpPr/>
          <p:nvPr/>
        </p:nvSpPr>
        <p:spPr>
          <a:xfrm>
            <a:off x="-1207190" y="3654555"/>
            <a:ext cx="767081" cy="767081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AU" sz="1800" b="1" i="0" u="none" strike="noStrike" kern="1200" cap="none" spc="0" baseline="0">
              <a:solidFill>
                <a:srgbClr val="FFFFFF"/>
              </a:solidFill>
              <a:uFillTx/>
              <a:latin typeface="Lato"/>
            </a:endParaRPr>
          </a:p>
        </p:txBody>
      </p:sp>
      <p:sp>
        <p:nvSpPr>
          <p:cNvPr id="8" name="Rectangle 15">
            <a:extLst>
              <a:ext uri="{FF2B5EF4-FFF2-40B4-BE49-F238E27FC236}">
                <a16:creationId xmlns:a16="http://schemas.microsoft.com/office/drawing/2014/main" id="{3086075E-5298-5E96-EFB4-EE697511AFD6}"/>
              </a:ext>
            </a:extLst>
          </p:cNvPr>
          <p:cNvSpPr/>
          <p:nvPr/>
        </p:nvSpPr>
        <p:spPr>
          <a:xfrm>
            <a:off x="-1207190" y="4872737"/>
            <a:ext cx="767081" cy="767081"/>
          </a:xfrm>
          <a:prstGeom prst="rect">
            <a:avLst/>
          </a:prstGeom>
          <a:solidFill>
            <a:srgbClr val="0D0D0D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AU" sz="1800" b="1" i="0" u="none" strike="noStrike" kern="1200" cap="none" spc="0" baseline="0">
              <a:solidFill>
                <a:srgbClr val="FFFFFF"/>
              </a:solidFill>
              <a:uFillTx/>
              <a:latin typeface="Lato"/>
            </a:endParaRPr>
          </a:p>
        </p:txBody>
      </p:sp>
      <p:sp>
        <p:nvSpPr>
          <p:cNvPr id="9" name="Rectangle 16">
            <a:extLst>
              <a:ext uri="{FF2B5EF4-FFF2-40B4-BE49-F238E27FC236}">
                <a16:creationId xmlns:a16="http://schemas.microsoft.com/office/drawing/2014/main" id="{A3CA0811-5A84-D9C7-CD5B-E518C8300DD7}"/>
              </a:ext>
            </a:extLst>
          </p:cNvPr>
          <p:cNvSpPr/>
          <p:nvPr/>
        </p:nvSpPr>
        <p:spPr>
          <a:xfrm>
            <a:off x="-1207190" y="6090918"/>
            <a:ext cx="767081" cy="767081"/>
          </a:xfrm>
          <a:prstGeom prst="rect">
            <a:avLst/>
          </a:prstGeom>
          <a:solidFill>
            <a:srgbClr val="861D0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AU" sz="1800" b="1" i="0" u="none" strike="noStrike" kern="1200" cap="none" spc="0" baseline="0">
              <a:solidFill>
                <a:srgbClr val="FFFFFF"/>
              </a:solidFill>
              <a:uFillTx/>
              <a:latin typeface="Lato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6E3FDD2-88BF-9D48-9F43-A2E5D5BEEB8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4320" y="146313"/>
            <a:ext cx="10759443" cy="742319"/>
          </a:xfrm>
        </p:spPr>
        <p:txBody>
          <a:bodyPr/>
          <a:lstStyle>
            <a:lvl1pPr>
              <a:defRPr sz="1800" b="1">
                <a:latin typeface="Lato" pitchFamily="34"/>
                <a:ea typeface="Lato" pitchFamily="34"/>
                <a:cs typeface="Lato" pitchFamily="34"/>
              </a:defRPr>
            </a:lvl1pPr>
          </a:lstStyle>
          <a:p>
            <a:pPr lvl="0"/>
            <a:r>
              <a:rPr lang="en-GB"/>
              <a:t>…</a:t>
            </a:r>
            <a:endParaRPr lang="en-US"/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C1BE5AD7-ACED-EF5A-9786-A4194670C1A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1127790" y="36155"/>
            <a:ext cx="998634" cy="99863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2" name="Rectangle 23">
            <a:extLst>
              <a:ext uri="{FF2B5EF4-FFF2-40B4-BE49-F238E27FC236}">
                <a16:creationId xmlns:a16="http://schemas.microsoft.com/office/drawing/2014/main" id="{DF59B517-E2B1-7C6D-9C3C-396C9DD0BC70}"/>
              </a:ext>
            </a:extLst>
          </p:cNvPr>
          <p:cNvSpPr/>
          <p:nvPr/>
        </p:nvSpPr>
        <p:spPr>
          <a:xfrm>
            <a:off x="-1207190" y="1218181"/>
            <a:ext cx="767081" cy="767081"/>
          </a:xfrm>
          <a:prstGeom prst="rect">
            <a:avLst/>
          </a:prstGeom>
          <a:solidFill>
            <a:srgbClr val="FF623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AU" sz="1800" b="1" i="0" u="none" strike="noStrike" kern="1200" cap="none" spc="0" baseline="0">
              <a:solidFill>
                <a:srgbClr val="FFFFFF"/>
              </a:solidFill>
              <a:uFillTx/>
              <a:latin typeface="Lato"/>
            </a:endParaRPr>
          </a:p>
        </p:txBody>
      </p:sp>
      <p:sp>
        <p:nvSpPr>
          <p:cNvPr id="13" name="Rectangle 24">
            <a:extLst>
              <a:ext uri="{FF2B5EF4-FFF2-40B4-BE49-F238E27FC236}">
                <a16:creationId xmlns:a16="http://schemas.microsoft.com/office/drawing/2014/main" id="{892ADE6C-46EC-B55E-E922-0A7996C15645}"/>
              </a:ext>
            </a:extLst>
          </p:cNvPr>
          <p:cNvSpPr/>
          <p:nvPr/>
        </p:nvSpPr>
        <p:spPr>
          <a:xfrm>
            <a:off x="-1207190" y="0"/>
            <a:ext cx="767081" cy="767081"/>
          </a:xfrm>
          <a:prstGeom prst="rect">
            <a:avLst/>
          </a:prstGeom>
          <a:solidFill>
            <a:srgbClr val="B53513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AU" sz="1800" b="1" i="0" u="none" strike="noStrike" kern="1200" cap="none" spc="0" baseline="0">
              <a:solidFill>
                <a:srgbClr val="FFFFFF"/>
              </a:solidFill>
              <a:uFillTx/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61478263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oduct Desig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0;p22">
            <a:extLst>
              <a:ext uri="{FF2B5EF4-FFF2-40B4-BE49-F238E27FC236}">
                <a16:creationId xmlns:a16="http://schemas.microsoft.com/office/drawing/2014/main" id="{7A7DA17A-C18B-8951-C316-B330F1515B93}"/>
              </a:ext>
            </a:extLst>
          </p:cNvPr>
          <p:cNvSpPr txBox="1"/>
          <p:nvPr/>
        </p:nvSpPr>
        <p:spPr>
          <a:xfrm>
            <a:off x="11644911" y="6511350"/>
            <a:ext cx="275993" cy="18466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3F866212-06B1-4809-A489-705E9AA4CAE0}" type="slidenum">
              <a:t>‹#›</a:t>
            </a:fld>
            <a:endParaRPr lang="en-AU" sz="1200" b="0" i="0" u="none" strike="noStrike" kern="1200" cap="none" spc="0" baseline="0">
              <a:solidFill>
                <a:srgbClr val="948A54"/>
              </a:solidFill>
              <a:uFillTx/>
              <a:latin typeface="Lato" pitchFamily="34"/>
              <a:ea typeface="Lato" pitchFamily="34"/>
              <a:cs typeface="Lato" pitchFamily="34"/>
            </a:endParaRP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7A789034-8EF7-F376-F037-6F6D32F232FC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274320" y="6156966"/>
            <a:ext cx="11739881" cy="213046"/>
          </a:xfrm>
        </p:spPr>
        <p:txBody>
          <a:bodyPr anchor="ctr"/>
          <a:lstStyle>
            <a:lvl1pPr marL="0" indent="0">
              <a:buNone/>
              <a:defRPr lang="en-US" sz="600">
                <a:latin typeface="Lato" pitchFamily="34"/>
                <a:ea typeface="Lato" pitchFamily="34"/>
                <a:cs typeface="Lato" pitchFamily="34"/>
              </a:defRPr>
            </a:lvl1pPr>
          </a:lstStyle>
          <a:p>
            <a:pPr lvl="0"/>
            <a:r>
              <a:rPr lang="en-US"/>
              <a:t>Source: </a:t>
            </a:r>
            <a:endParaRPr lang="en-AU"/>
          </a:p>
        </p:txBody>
      </p:sp>
      <p:cxnSp>
        <p:nvCxnSpPr>
          <p:cNvPr id="4" name="Straight Connector 16">
            <a:extLst>
              <a:ext uri="{FF2B5EF4-FFF2-40B4-BE49-F238E27FC236}">
                <a16:creationId xmlns:a16="http://schemas.microsoft.com/office/drawing/2014/main" id="{9D8D92A9-C1F5-AB2A-1F88-01AA9C7723CF}"/>
              </a:ext>
            </a:extLst>
          </p:cNvPr>
          <p:cNvCxnSpPr/>
          <p:nvPr/>
        </p:nvCxnSpPr>
        <p:spPr>
          <a:xfrm>
            <a:off x="274320" y="996595"/>
            <a:ext cx="11739881" cy="0"/>
          </a:xfrm>
          <a:prstGeom prst="straightConnector1">
            <a:avLst/>
          </a:prstGeom>
          <a:noFill/>
          <a:ln w="19046" cap="flat">
            <a:solidFill>
              <a:srgbClr val="09090B"/>
            </a:solidFill>
            <a:prstDash val="solid"/>
            <a:miter/>
          </a:ln>
        </p:spPr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73F56E20-437E-07B8-0A9A-CB9BB3366C9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4320" y="146313"/>
            <a:ext cx="10759443" cy="742319"/>
          </a:xfrm>
        </p:spPr>
        <p:txBody>
          <a:bodyPr/>
          <a:lstStyle>
            <a:lvl1pPr>
              <a:defRPr sz="1800">
                <a:latin typeface="Lato" pitchFamily="34"/>
                <a:ea typeface="Lato" pitchFamily="34"/>
                <a:cs typeface="Lato" pitchFamily="34"/>
              </a:defRPr>
            </a:lvl1pPr>
          </a:lstStyle>
          <a:p>
            <a:pPr lvl="0"/>
            <a:r>
              <a:rPr lang="en-GB"/>
              <a:t>…</a:t>
            </a:r>
            <a:endParaRPr lang="en-US"/>
          </a:p>
        </p:txBody>
      </p:sp>
      <p:sp>
        <p:nvSpPr>
          <p:cNvPr id="6" name="Rectangle 30">
            <a:extLst>
              <a:ext uri="{FF2B5EF4-FFF2-40B4-BE49-F238E27FC236}">
                <a16:creationId xmlns:a16="http://schemas.microsoft.com/office/drawing/2014/main" id="{D011FEEC-1DAC-5EB9-4B26-4347D8F80F31}"/>
              </a:ext>
            </a:extLst>
          </p:cNvPr>
          <p:cNvSpPr/>
          <p:nvPr/>
        </p:nvSpPr>
        <p:spPr>
          <a:xfrm>
            <a:off x="4461906" y="6486506"/>
            <a:ext cx="1605119" cy="2335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AU" sz="1100" b="0" i="0" u="none" strike="noStrike" kern="1200" cap="none" spc="0" baseline="0">
                <a:solidFill>
                  <a:srgbClr val="6A6A6A"/>
                </a:solidFill>
                <a:uFillTx/>
                <a:latin typeface="Lato" pitchFamily="34"/>
                <a:ea typeface="Lato" pitchFamily="34"/>
                <a:cs typeface="Lato" pitchFamily="34"/>
              </a:rPr>
              <a:t>Problem Specification</a:t>
            </a:r>
          </a:p>
        </p:txBody>
      </p:sp>
      <p:sp>
        <p:nvSpPr>
          <p:cNvPr id="7" name="Rectangle 31">
            <a:extLst>
              <a:ext uri="{FF2B5EF4-FFF2-40B4-BE49-F238E27FC236}">
                <a16:creationId xmlns:a16="http://schemas.microsoft.com/office/drawing/2014/main" id="{DFECA082-DE57-D7CE-268D-C785165651D3}"/>
              </a:ext>
            </a:extLst>
          </p:cNvPr>
          <p:cNvSpPr/>
          <p:nvPr/>
        </p:nvSpPr>
        <p:spPr>
          <a:xfrm>
            <a:off x="6719322" y="6495687"/>
            <a:ext cx="1690908" cy="224421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AU" sz="1100" b="1" i="0" u="none" strike="noStrike" kern="1200" cap="none" spc="0" baseline="0">
                <a:solidFill>
                  <a:srgbClr val="FF6238"/>
                </a:solidFill>
                <a:uFillTx/>
                <a:latin typeface="Lato" pitchFamily="34"/>
                <a:ea typeface="Lato" pitchFamily="34"/>
                <a:cs typeface="Lato" pitchFamily="34"/>
              </a:rPr>
              <a:t>Product Design</a:t>
            </a:r>
          </a:p>
        </p:txBody>
      </p:sp>
      <p:sp>
        <p:nvSpPr>
          <p:cNvPr id="8" name="Rectangle 32">
            <a:extLst>
              <a:ext uri="{FF2B5EF4-FFF2-40B4-BE49-F238E27FC236}">
                <a16:creationId xmlns:a16="http://schemas.microsoft.com/office/drawing/2014/main" id="{372B853F-ABEC-D9AF-79A9-2478967F69C3}"/>
              </a:ext>
            </a:extLst>
          </p:cNvPr>
          <p:cNvSpPr/>
          <p:nvPr/>
        </p:nvSpPr>
        <p:spPr>
          <a:xfrm>
            <a:off x="9062526" y="6495687"/>
            <a:ext cx="1605119" cy="2335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AU" sz="1100" b="0" i="0" u="none" strike="noStrike" kern="1200" cap="none" spc="0" baseline="0">
                <a:solidFill>
                  <a:srgbClr val="595959"/>
                </a:solidFill>
                <a:uFillTx/>
                <a:latin typeface="Lato" pitchFamily="34"/>
                <a:ea typeface="Lato" pitchFamily="34"/>
                <a:cs typeface="Lato" pitchFamily="34"/>
              </a:rPr>
              <a:t>Demonstration</a:t>
            </a:r>
          </a:p>
        </p:txBody>
      </p:sp>
      <p:cxnSp>
        <p:nvCxnSpPr>
          <p:cNvPr id="9" name="Straight Connector 33">
            <a:extLst>
              <a:ext uri="{FF2B5EF4-FFF2-40B4-BE49-F238E27FC236}">
                <a16:creationId xmlns:a16="http://schemas.microsoft.com/office/drawing/2014/main" id="{7DC3D835-0CB5-85C1-10FD-2C5910494CEC}"/>
              </a:ext>
            </a:extLst>
          </p:cNvPr>
          <p:cNvCxnSpPr/>
          <p:nvPr/>
        </p:nvCxnSpPr>
        <p:spPr>
          <a:xfrm>
            <a:off x="6719322" y="6709830"/>
            <a:ext cx="1690908" cy="0"/>
          </a:xfrm>
          <a:prstGeom prst="straightConnector1">
            <a:avLst/>
          </a:prstGeom>
          <a:noFill/>
          <a:ln w="6345" cap="flat">
            <a:solidFill>
              <a:srgbClr val="FF6238"/>
            </a:solidFill>
            <a:prstDash val="solid"/>
            <a:miter/>
          </a:ln>
        </p:spPr>
      </p:cxnSp>
      <p:pic>
        <p:nvPicPr>
          <p:cNvPr id="10" name="Picture 2">
            <a:extLst>
              <a:ext uri="{FF2B5EF4-FFF2-40B4-BE49-F238E27FC236}">
                <a16:creationId xmlns:a16="http://schemas.microsoft.com/office/drawing/2014/main" id="{91B0A073-09AD-C046-1F67-20F01AC7E8D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1127790" y="36155"/>
            <a:ext cx="998634" cy="99863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1" name="Rectangle 3">
            <a:extLst>
              <a:ext uri="{FF2B5EF4-FFF2-40B4-BE49-F238E27FC236}">
                <a16:creationId xmlns:a16="http://schemas.microsoft.com/office/drawing/2014/main" id="{5B4BB3F5-5068-C80C-2D6F-FC89A2CF792F}"/>
              </a:ext>
            </a:extLst>
          </p:cNvPr>
          <p:cNvSpPr/>
          <p:nvPr/>
        </p:nvSpPr>
        <p:spPr>
          <a:xfrm>
            <a:off x="-1207190" y="2436363"/>
            <a:ext cx="767081" cy="767081"/>
          </a:xfrm>
          <a:prstGeom prst="rect">
            <a:avLst/>
          </a:prstGeom>
          <a:solidFill>
            <a:srgbClr val="FF977A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AU" sz="1800" b="0" i="0" u="none" strike="noStrike" kern="1200" cap="none" spc="0" baseline="0">
              <a:solidFill>
                <a:srgbClr val="FFFFFF"/>
              </a:solidFill>
              <a:uFillTx/>
              <a:latin typeface="Lato"/>
            </a:endParaRP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F5689450-59B5-6B9F-EAD5-AE59C3F812F9}"/>
              </a:ext>
            </a:extLst>
          </p:cNvPr>
          <p:cNvSpPr/>
          <p:nvPr/>
        </p:nvSpPr>
        <p:spPr>
          <a:xfrm>
            <a:off x="-1207190" y="3654555"/>
            <a:ext cx="767081" cy="767081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AU" sz="1800" b="0" i="0" u="none" strike="noStrike" kern="1200" cap="none" spc="0" baseline="0">
              <a:solidFill>
                <a:srgbClr val="FFFFFF"/>
              </a:solidFill>
              <a:uFillTx/>
              <a:latin typeface="Lato"/>
            </a:endParaRPr>
          </a:p>
        </p:txBody>
      </p:sp>
      <p:sp>
        <p:nvSpPr>
          <p:cNvPr id="13" name="Rectangle 5">
            <a:extLst>
              <a:ext uri="{FF2B5EF4-FFF2-40B4-BE49-F238E27FC236}">
                <a16:creationId xmlns:a16="http://schemas.microsoft.com/office/drawing/2014/main" id="{7CF80956-F47E-117F-7817-C8CCA663B4CB}"/>
              </a:ext>
            </a:extLst>
          </p:cNvPr>
          <p:cNvSpPr/>
          <p:nvPr/>
        </p:nvSpPr>
        <p:spPr>
          <a:xfrm>
            <a:off x="-1207190" y="4872737"/>
            <a:ext cx="767081" cy="767081"/>
          </a:xfrm>
          <a:prstGeom prst="rect">
            <a:avLst/>
          </a:prstGeom>
          <a:solidFill>
            <a:srgbClr val="0D0D0D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AU" sz="1800" b="0" i="0" u="none" strike="noStrike" kern="1200" cap="none" spc="0" baseline="0">
              <a:solidFill>
                <a:srgbClr val="FFFFFF"/>
              </a:solidFill>
              <a:uFillTx/>
              <a:latin typeface="Lato"/>
            </a:endParaRPr>
          </a:p>
        </p:txBody>
      </p:sp>
      <p:sp>
        <p:nvSpPr>
          <p:cNvPr id="14" name="Rectangle 6">
            <a:extLst>
              <a:ext uri="{FF2B5EF4-FFF2-40B4-BE49-F238E27FC236}">
                <a16:creationId xmlns:a16="http://schemas.microsoft.com/office/drawing/2014/main" id="{FDBD3589-C686-5BBD-767B-37FBE3C35E06}"/>
              </a:ext>
            </a:extLst>
          </p:cNvPr>
          <p:cNvSpPr/>
          <p:nvPr/>
        </p:nvSpPr>
        <p:spPr>
          <a:xfrm>
            <a:off x="-1207190" y="6090918"/>
            <a:ext cx="767081" cy="767081"/>
          </a:xfrm>
          <a:prstGeom prst="rect">
            <a:avLst/>
          </a:prstGeom>
          <a:solidFill>
            <a:srgbClr val="861D0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AU" sz="1800" b="0" i="0" u="none" strike="noStrike" kern="1200" cap="none" spc="0" baseline="0">
              <a:solidFill>
                <a:srgbClr val="FFFFFF"/>
              </a:solidFill>
              <a:uFillTx/>
              <a:latin typeface="Lato"/>
            </a:endParaRPr>
          </a:p>
        </p:txBody>
      </p:sp>
      <p:sp>
        <p:nvSpPr>
          <p:cNvPr id="15" name="Rectangle 7">
            <a:extLst>
              <a:ext uri="{FF2B5EF4-FFF2-40B4-BE49-F238E27FC236}">
                <a16:creationId xmlns:a16="http://schemas.microsoft.com/office/drawing/2014/main" id="{2E0EAD91-331A-6E51-8354-743F1EDE384F}"/>
              </a:ext>
            </a:extLst>
          </p:cNvPr>
          <p:cNvSpPr/>
          <p:nvPr/>
        </p:nvSpPr>
        <p:spPr>
          <a:xfrm>
            <a:off x="-1207190" y="1218181"/>
            <a:ext cx="767081" cy="767081"/>
          </a:xfrm>
          <a:prstGeom prst="rect">
            <a:avLst/>
          </a:prstGeom>
          <a:solidFill>
            <a:srgbClr val="FF623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AU" sz="1800" b="0" i="0" u="none" strike="noStrike" kern="1200" cap="none" spc="0" baseline="0">
              <a:solidFill>
                <a:srgbClr val="FFFFFF"/>
              </a:solidFill>
              <a:uFillTx/>
              <a:latin typeface="Lato"/>
            </a:endParaRPr>
          </a:p>
        </p:txBody>
      </p:sp>
      <p:sp>
        <p:nvSpPr>
          <p:cNvPr id="16" name="Rectangle 8">
            <a:extLst>
              <a:ext uri="{FF2B5EF4-FFF2-40B4-BE49-F238E27FC236}">
                <a16:creationId xmlns:a16="http://schemas.microsoft.com/office/drawing/2014/main" id="{5C335E46-10D7-451D-F8BB-C1240303DBD5}"/>
              </a:ext>
            </a:extLst>
          </p:cNvPr>
          <p:cNvSpPr/>
          <p:nvPr/>
        </p:nvSpPr>
        <p:spPr>
          <a:xfrm>
            <a:off x="-1207190" y="0"/>
            <a:ext cx="767081" cy="767081"/>
          </a:xfrm>
          <a:prstGeom prst="rect">
            <a:avLst/>
          </a:prstGeom>
          <a:solidFill>
            <a:srgbClr val="B53513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AU" sz="1800" b="0" i="0" u="none" strike="noStrike" kern="1200" cap="none" spc="0" baseline="0">
              <a:solidFill>
                <a:srgbClr val="FFFFFF"/>
              </a:solidFill>
              <a:uFillTx/>
              <a:latin typeface="Lato"/>
            </a:endParaRPr>
          </a:p>
        </p:txBody>
      </p:sp>
      <p:sp>
        <p:nvSpPr>
          <p:cNvPr id="17" name="Rectangle 10">
            <a:extLst>
              <a:ext uri="{FF2B5EF4-FFF2-40B4-BE49-F238E27FC236}">
                <a16:creationId xmlns:a16="http://schemas.microsoft.com/office/drawing/2014/main" id="{7A6E9260-2428-FE99-D87A-FD449664CDEF}"/>
              </a:ext>
            </a:extLst>
          </p:cNvPr>
          <p:cNvSpPr/>
          <p:nvPr/>
        </p:nvSpPr>
        <p:spPr>
          <a:xfrm>
            <a:off x="-466" y="146313"/>
            <a:ext cx="162562" cy="742319"/>
          </a:xfrm>
          <a:prstGeom prst="rect">
            <a:avLst/>
          </a:prstGeom>
          <a:solidFill>
            <a:srgbClr val="D63D16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D63D16"/>
              </a:solidFill>
              <a:uFillTx/>
              <a:latin typeface="Lato" pitchFamily="34"/>
              <a:ea typeface="Lato" pitchFamily="34"/>
              <a:cs typeface="Lato" pitchFamily="34"/>
            </a:endParaRPr>
          </a:p>
        </p:txBody>
      </p:sp>
      <p:sp>
        <p:nvSpPr>
          <p:cNvPr id="18" name="Google Shape;39;p22">
            <a:extLst>
              <a:ext uri="{FF2B5EF4-FFF2-40B4-BE49-F238E27FC236}">
                <a16:creationId xmlns:a16="http://schemas.microsoft.com/office/drawing/2014/main" id="{E5642AF0-18FD-BEF7-BA78-E0068B4A59FE}"/>
              </a:ext>
            </a:extLst>
          </p:cNvPr>
          <p:cNvSpPr txBox="1"/>
          <p:nvPr/>
        </p:nvSpPr>
        <p:spPr>
          <a:xfrm>
            <a:off x="271101" y="6526740"/>
            <a:ext cx="3743955" cy="16927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1" i="0" u="none" strike="noStrike" kern="1200" cap="none" spc="0" baseline="0">
                <a:solidFill>
                  <a:srgbClr val="000000"/>
                </a:solidFill>
                <a:uFillTx/>
                <a:latin typeface="Lato" pitchFamily="34"/>
                <a:ea typeface="Lato" pitchFamily="34"/>
                <a:cs typeface="Lato" pitchFamily="34"/>
              </a:rPr>
              <a:t>Computer Science </a:t>
            </a:r>
            <a:r>
              <a:rPr lang="en-US" sz="1100" b="1" i="0" u="none" strike="noStrike" kern="1200" cap="none" spc="0" baseline="0">
                <a:solidFill>
                  <a:srgbClr val="FF6238"/>
                </a:solidFill>
                <a:uFillTx/>
                <a:latin typeface="Lato" pitchFamily="34"/>
                <a:ea typeface="Lato" pitchFamily="34"/>
                <a:cs typeface="Lato" pitchFamily="34"/>
              </a:rPr>
              <a:t>Project</a:t>
            </a:r>
            <a:endParaRPr lang="en-AU" sz="1100" b="0" i="0" u="none" strike="noStrike" kern="1200" cap="none" spc="0" baseline="0">
              <a:solidFill>
                <a:srgbClr val="FF6238"/>
              </a:solidFill>
              <a:uFillTx/>
              <a:latin typeface="Lato" pitchFamily="34"/>
              <a:ea typeface="Lato" pitchFamily="34"/>
              <a:cs typeface="Lato" pitchFamily="34"/>
            </a:endParaRPr>
          </a:p>
        </p:txBody>
      </p:sp>
    </p:spTree>
    <p:extLst>
      <p:ext uri="{BB962C8B-B14F-4D97-AF65-F5344CB8AC3E}">
        <p14:creationId xmlns:p14="http://schemas.microsoft.com/office/powerpoint/2010/main" val="3752564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nstr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0;p22">
            <a:extLst>
              <a:ext uri="{FF2B5EF4-FFF2-40B4-BE49-F238E27FC236}">
                <a16:creationId xmlns:a16="http://schemas.microsoft.com/office/drawing/2014/main" id="{EB784DAF-DBC1-DFC2-8FF5-B1F3B3F1BEBC}"/>
              </a:ext>
            </a:extLst>
          </p:cNvPr>
          <p:cNvSpPr txBox="1"/>
          <p:nvPr/>
        </p:nvSpPr>
        <p:spPr>
          <a:xfrm>
            <a:off x="11644911" y="6511350"/>
            <a:ext cx="275993" cy="18466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0A410B98-E02C-414B-8528-929BFE5A0C43}" type="slidenum">
              <a:t>‹#›</a:t>
            </a:fld>
            <a:endParaRPr lang="en-AU" sz="1200" b="0" i="0" u="none" strike="noStrike" kern="1200" cap="none" spc="0" baseline="0">
              <a:solidFill>
                <a:srgbClr val="948A54"/>
              </a:solidFill>
              <a:uFillTx/>
              <a:latin typeface="Lato" pitchFamily="34"/>
              <a:ea typeface="Lato" pitchFamily="34"/>
              <a:cs typeface="Lato" pitchFamily="34"/>
            </a:endParaRP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ABE6D35F-F87D-DCF4-EFA1-3A2D8350C1C3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274320" y="6156966"/>
            <a:ext cx="11739881" cy="213046"/>
          </a:xfrm>
        </p:spPr>
        <p:txBody>
          <a:bodyPr anchor="ctr"/>
          <a:lstStyle>
            <a:lvl1pPr marL="0" indent="0">
              <a:buNone/>
              <a:defRPr lang="en-US" sz="600">
                <a:latin typeface="Lato" pitchFamily="34"/>
                <a:ea typeface="Lato" pitchFamily="34"/>
                <a:cs typeface="Lato" pitchFamily="34"/>
              </a:defRPr>
            </a:lvl1pPr>
          </a:lstStyle>
          <a:p>
            <a:pPr lvl="0"/>
            <a:r>
              <a:rPr lang="en-US"/>
              <a:t>Source: </a:t>
            </a:r>
            <a:endParaRPr lang="en-AU"/>
          </a:p>
        </p:txBody>
      </p:sp>
      <p:cxnSp>
        <p:nvCxnSpPr>
          <p:cNvPr id="4" name="Straight Connector 11">
            <a:extLst>
              <a:ext uri="{FF2B5EF4-FFF2-40B4-BE49-F238E27FC236}">
                <a16:creationId xmlns:a16="http://schemas.microsoft.com/office/drawing/2014/main" id="{E86C4D36-1DDB-CC58-C10D-1BD4A81A5355}"/>
              </a:ext>
            </a:extLst>
          </p:cNvPr>
          <p:cNvCxnSpPr/>
          <p:nvPr/>
        </p:nvCxnSpPr>
        <p:spPr>
          <a:xfrm>
            <a:off x="274320" y="996595"/>
            <a:ext cx="11739881" cy="0"/>
          </a:xfrm>
          <a:prstGeom prst="straightConnector1">
            <a:avLst/>
          </a:prstGeom>
          <a:noFill/>
          <a:ln w="19046" cap="flat">
            <a:solidFill>
              <a:srgbClr val="09090B"/>
            </a:solidFill>
            <a:prstDash val="solid"/>
            <a:miter/>
          </a:ln>
        </p:spPr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2B1FDD5F-30E4-1F87-7B2F-89103C897A1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4320" y="146313"/>
            <a:ext cx="10759443" cy="742319"/>
          </a:xfrm>
        </p:spPr>
        <p:txBody>
          <a:bodyPr/>
          <a:lstStyle>
            <a:lvl1pPr>
              <a:defRPr sz="1800">
                <a:latin typeface="Lato" pitchFamily="34"/>
                <a:ea typeface="Lato" pitchFamily="34"/>
                <a:cs typeface="Lato" pitchFamily="34"/>
              </a:defRPr>
            </a:lvl1pPr>
          </a:lstStyle>
          <a:p>
            <a:pPr lvl="0"/>
            <a:r>
              <a:rPr lang="en-GB"/>
              <a:t>…</a:t>
            </a:r>
            <a:endParaRPr lang="en-US"/>
          </a:p>
        </p:txBody>
      </p:sp>
      <p:sp>
        <p:nvSpPr>
          <p:cNvPr id="6" name="Rectangle 33">
            <a:extLst>
              <a:ext uri="{FF2B5EF4-FFF2-40B4-BE49-F238E27FC236}">
                <a16:creationId xmlns:a16="http://schemas.microsoft.com/office/drawing/2014/main" id="{1A8A9B1C-658D-B565-59C3-08458C983C7A}"/>
              </a:ext>
            </a:extLst>
          </p:cNvPr>
          <p:cNvSpPr/>
          <p:nvPr/>
        </p:nvSpPr>
        <p:spPr>
          <a:xfrm>
            <a:off x="9062526" y="6495687"/>
            <a:ext cx="1605119" cy="2335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AU" sz="1100" b="1" i="0" u="none" strike="noStrike" kern="1200" cap="none" spc="0" baseline="0">
                <a:solidFill>
                  <a:srgbClr val="FF6238"/>
                </a:solidFill>
                <a:uFillTx/>
                <a:latin typeface="Lato" pitchFamily="34"/>
                <a:ea typeface="Lato" pitchFamily="34"/>
                <a:cs typeface="Lato" pitchFamily="34"/>
              </a:rPr>
              <a:t>Demonstration</a:t>
            </a:r>
          </a:p>
        </p:txBody>
      </p:sp>
      <p:cxnSp>
        <p:nvCxnSpPr>
          <p:cNvPr id="7" name="Straight Connector 34">
            <a:extLst>
              <a:ext uri="{FF2B5EF4-FFF2-40B4-BE49-F238E27FC236}">
                <a16:creationId xmlns:a16="http://schemas.microsoft.com/office/drawing/2014/main" id="{2FC91982-C26B-A643-43FD-7FEEB71CEFD1}"/>
              </a:ext>
            </a:extLst>
          </p:cNvPr>
          <p:cNvCxnSpPr/>
          <p:nvPr/>
        </p:nvCxnSpPr>
        <p:spPr>
          <a:xfrm>
            <a:off x="9204002" y="6709830"/>
            <a:ext cx="1322177" cy="0"/>
          </a:xfrm>
          <a:prstGeom prst="straightConnector1">
            <a:avLst/>
          </a:prstGeom>
          <a:noFill/>
          <a:ln w="6345" cap="flat">
            <a:solidFill>
              <a:srgbClr val="FF6238"/>
            </a:solidFill>
            <a:prstDash val="solid"/>
            <a:miter/>
          </a:ln>
        </p:spPr>
      </p:cxnSp>
      <p:sp>
        <p:nvSpPr>
          <p:cNvPr id="8" name="Rectangle 35">
            <a:extLst>
              <a:ext uri="{FF2B5EF4-FFF2-40B4-BE49-F238E27FC236}">
                <a16:creationId xmlns:a16="http://schemas.microsoft.com/office/drawing/2014/main" id="{B33FF9E9-8F34-ADE9-C3EE-FF5F16A6F96F}"/>
              </a:ext>
            </a:extLst>
          </p:cNvPr>
          <p:cNvSpPr/>
          <p:nvPr/>
        </p:nvSpPr>
        <p:spPr>
          <a:xfrm>
            <a:off x="6719322" y="6495687"/>
            <a:ext cx="1690908" cy="224421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AU" sz="1100" b="0" i="0" u="none" strike="noStrike" kern="1200" cap="none" spc="0" baseline="0">
                <a:solidFill>
                  <a:srgbClr val="595959"/>
                </a:solidFill>
                <a:uFillTx/>
                <a:latin typeface="Lato" pitchFamily="34"/>
                <a:ea typeface="Lato" pitchFamily="34"/>
                <a:cs typeface="Lato" pitchFamily="34"/>
              </a:rPr>
              <a:t>Product Design</a:t>
            </a:r>
          </a:p>
        </p:txBody>
      </p:sp>
      <p:sp>
        <p:nvSpPr>
          <p:cNvPr id="9" name="Rectangle 36">
            <a:extLst>
              <a:ext uri="{FF2B5EF4-FFF2-40B4-BE49-F238E27FC236}">
                <a16:creationId xmlns:a16="http://schemas.microsoft.com/office/drawing/2014/main" id="{1B0BA681-F04F-6979-A855-AF589A9BD059}"/>
              </a:ext>
            </a:extLst>
          </p:cNvPr>
          <p:cNvSpPr/>
          <p:nvPr/>
        </p:nvSpPr>
        <p:spPr>
          <a:xfrm>
            <a:off x="4461906" y="6486506"/>
            <a:ext cx="1605119" cy="233592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AU" sz="1100" b="0" i="0" u="none" strike="noStrike" kern="1200" cap="none" spc="0" baseline="0">
                <a:solidFill>
                  <a:srgbClr val="6A6A6A"/>
                </a:solidFill>
                <a:uFillTx/>
                <a:latin typeface="Lato" pitchFamily="34"/>
                <a:ea typeface="Lato" pitchFamily="34"/>
                <a:cs typeface="Lato" pitchFamily="34"/>
              </a:rPr>
              <a:t>Problem Specification</a:t>
            </a:r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0C6C8C74-274F-C863-F936-D119D773D5D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1127790" y="36155"/>
            <a:ext cx="998634" cy="99863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1" name="Rectangle 13">
            <a:extLst>
              <a:ext uri="{FF2B5EF4-FFF2-40B4-BE49-F238E27FC236}">
                <a16:creationId xmlns:a16="http://schemas.microsoft.com/office/drawing/2014/main" id="{8A7FB12F-47D3-A96C-A22C-D614CFC1B94E}"/>
              </a:ext>
            </a:extLst>
          </p:cNvPr>
          <p:cNvSpPr/>
          <p:nvPr/>
        </p:nvSpPr>
        <p:spPr>
          <a:xfrm>
            <a:off x="-1207190" y="2436363"/>
            <a:ext cx="767081" cy="767081"/>
          </a:xfrm>
          <a:prstGeom prst="rect">
            <a:avLst/>
          </a:prstGeom>
          <a:solidFill>
            <a:srgbClr val="FF977A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AU" sz="1800" b="0" i="0" u="none" strike="noStrike" kern="1200" cap="none" spc="0" baseline="0">
              <a:solidFill>
                <a:srgbClr val="FFFFFF"/>
              </a:solidFill>
              <a:uFillTx/>
              <a:latin typeface="Lato"/>
            </a:endParaRPr>
          </a:p>
        </p:txBody>
      </p:sp>
      <p:sp>
        <p:nvSpPr>
          <p:cNvPr id="12" name="Rectangle 14">
            <a:extLst>
              <a:ext uri="{FF2B5EF4-FFF2-40B4-BE49-F238E27FC236}">
                <a16:creationId xmlns:a16="http://schemas.microsoft.com/office/drawing/2014/main" id="{44DB55BD-A1CA-ABC0-466C-D62A7180C38D}"/>
              </a:ext>
            </a:extLst>
          </p:cNvPr>
          <p:cNvSpPr/>
          <p:nvPr/>
        </p:nvSpPr>
        <p:spPr>
          <a:xfrm>
            <a:off x="-1207190" y="3654555"/>
            <a:ext cx="767081" cy="767081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AU" sz="1800" b="0" i="0" u="none" strike="noStrike" kern="1200" cap="none" spc="0" baseline="0">
              <a:solidFill>
                <a:srgbClr val="FFFFFF"/>
              </a:solidFill>
              <a:uFillTx/>
              <a:latin typeface="Lato"/>
            </a:endParaRPr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F770CFA5-ED14-9B37-68EA-98DE04C3741F}"/>
              </a:ext>
            </a:extLst>
          </p:cNvPr>
          <p:cNvSpPr/>
          <p:nvPr/>
        </p:nvSpPr>
        <p:spPr>
          <a:xfrm>
            <a:off x="-1207190" y="4872737"/>
            <a:ext cx="767081" cy="767081"/>
          </a:xfrm>
          <a:prstGeom prst="rect">
            <a:avLst/>
          </a:prstGeom>
          <a:solidFill>
            <a:srgbClr val="0D0D0D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AU" sz="1800" b="0" i="0" u="none" strike="noStrike" kern="1200" cap="none" spc="0" baseline="0">
              <a:solidFill>
                <a:srgbClr val="FFFFFF"/>
              </a:solidFill>
              <a:uFillTx/>
              <a:latin typeface="Lato"/>
            </a:endParaRPr>
          </a:p>
        </p:txBody>
      </p:sp>
      <p:sp>
        <p:nvSpPr>
          <p:cNvPr id="14" name="Rectangle 16">
            <a:extLst>
              <a:ext uri="{FF2B5EF4-FFF2-40B4-BE49-F238E27FC236}">
                <a16:creationId xmlns:a16="http://schemas.microsoft.com/office/drawing/2014/main" id="{645B7F3C-4768-534B-95FC-ACBDCAE7D5D9}"/>
              </a:ext>
            </a:extLst>
          </p:cNvPr>
          <p:cNvSpPr/>
          <p:nvPr/>
        </p:nvSpPr>
        <p:spPr>
          <a:xfrm>
            <a:off x="-1207190" y="6090918"/>
            <a:ext cx="767081" cy="767081"/>
          </a:xfrm>
          <a:prstGeom prst="rect">
            <a:avLst/>
          </a:prstGeom>
          <a:solidFill>
            <a:srgbClr val="861D0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AU" sz="1800" b="0" i="0" u="none" strike="noStrike" kern="1200" cap="none" spc="0" baseline="0">
              <a:solidFill>
                <a:srgbClr val="FFFFFF"/>
              </a:solidFill>
              <a:uFillTx/>
              <a:latin typeface="Lato"/>
            </a:endParaRPr>
          </a:p>
        </p:txBody>
      </p:sp>
      <p:sp>
        <p:nvSpPr>
          <p:cNvPr id="15" name="Rectangle 17">
            <a:extLst>
              <a:ext uri="{FF2B5EF4-FFF2-40B4-BE49-F238E27FC236}">
                <a16:creationId xmlns:a16="http://schemas.microsoft.com/office/drawing/2014/main" id="{01CCA693-7100-892F-C7E4-7A4B5733357F}"/>
              </a:ext>
            </a:extLst>
          </p:cNvPr>
          <p:cNvSpPr/>
          <p:nvPr/>
        </p:nvSpPr>
        <p:spPr>
          <a:xfrm>
            <a:off x="-1207190" y="1218181"/>
            <a:ext cx="767081" cy="767081"/>
          </a:xfrm>
          <a:prstGeom prst="rect">
            <a:avLst/>
          </a:prstGeom>
          <a:solidFill>
            <a:srgbClr val="FF623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AU" sz="1800" b="0" i="0" u="none" strike="noStrike" kern="1200" cap="none" spc="0" baseline="0">
              <a:solidFill>
                <a:srgbClr val="FFFFFF"/>
              </a:solidFill>
              <a:uFillTx/>
              <a:latin typeface="Lato"/>
            </a:endParaRPr>
          </a:p>
        </p:txBody>
      </p:sp>
      <p:sp>
        <p:nvSpPr>
          <p:cNvPr id="16" name="Rectangle 18">
            <a:extLst>
              <a:ext uri="{FF2B5EF4-FFF2-40B4-BE49-F238E27FC236}">
                <a16:creationId xmlns:a16="http://schemas.microsoft.com/office/drawing/2014/main" id="{46E788F1-AC1C-B45E-B2C1-3EAE5C650932}"/>
              </a:ext>
            </a:extLst>
          </p:cNvPr>
          <p:cNvSpPr/>
          <p:nvPr/>
        </p:nvSpPr>
        <p:spPr>
          <a:xfrm>
            <a:off x="-1207190" y="0"/>
            <a:ext cx="767081" cy="767081"/>
          </a:xfrm>
          <a:prstGeom prst="rect">
            <a:avLst/>
          </a:prstGeom>
          <a:solidFill>
            <a:srgbClr val="B53513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AU" sz="1800" b="0" i="0" u="none" strike="noStrike" kern="1200" cap="none" spc="0" baseline="0">
              <a:solidFill>
                <a:srgbClr val="FFFFFF"/>
              </a:solidFill>
              <a:uFillTx/>
              <a:latin typeface="Lato"/>
            </a:endParaRPr>
          </a:p>
        </p:txBody>
      </p:sp>
      <p:sp>
        <p:nvSpPr>
          <p:cNvPr id="17" name="Rectangle 19">
            <a:extLst>
              <a:ext uri="{FF2B5EF4-FFF2-40B4-BE49-F238E27FC236}">
                <a16:creationId xmlns:a16="http://schemas.microsoft.com/office/drawing/2014/main" id="{CECD7D6A-3C03-6792-4C65-E574DC0F85E3}"/>
              </a:ext>
            </a:extLst>
          </p:cNvPr>
          <p:cNvSpPr/>
          <p:nvPr/>
        </p:nvSpPr>
        <p:spPr>
          <a:xfrm>
            <a:off x="-466" y="146313"/>
            <a:ext cx="162562" cy="742319"/>
          </a:xfrm>
          <a:prstGeom prst="rect">
            <a:avLst/>
          </a:prstGeom>
          <a:solidFill>
            <a:srgbClr val="D63D16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D63D16"/>
              </a:solidFill>
              <a:uFillTx/>
              <a:latin typeface="Lato" pitchFamily="34"/>
              <a:ea typeface="Lato" pitchFamily="34"/>
              <a:cs typeface="Lato" pitchFamily="34"/>
            </a:endParaRPr>
          </a:p>
        </p:txBody>
      </p:sp>
      <p:sp>
        <p:nvSpPr>
          <p:cNvPr id="18" name="Google Shape;39;p22">
            <a:extLst>
              <a:ext uri="{FF2B5EF4-FFF2-40B4-BE49-F238E27FC236}">
                <a16:creationId xmlns:a16="http://schemas.microsoft.com/office/drawing/2014/main" id="{493F1272-E0BE-46BF-9B6B-70117533D28F}"/>
              </a:ext>
            </a:extLst>
          </p:cNvPr>
          <p:cNvSpPr txBox="1"/>
          <p:nvPr/>
        </p:nvSpPr>
        <p:spPr>
          <a:xfrm>
            <a:off x="271101" y="6526740"/>
            <a:ext cx="3743955" cy="16927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1" i="0" u="none" strike="noStrike" kern="1200" cap="none" spc="0" baseline="0">
                <a:solidFill>
                  <a:srgbClr val="000000"/>
                </a:solidFill>
                <a:uFillTx/>
                <a:latin typeface="Lato" pitchFamily="34"/>
                <a:ea typeface="Lato" pitchFamily="34"/>
                <a:cs typeface="Lato" pitchFamily="34"/>
              </a:rPr>
              <a:t>Computer Science </a:t>
            </a:r>
            <a:r>
              <a:rPr lang="en-US" sz="1100" b="1" i="0" u="none" strike="noStrike" kern="1200" cap="none" spc="0" baseline="0">
                <a:solidFill>
                  <a:srgbClr val="FF6238"/>
                </a:solidFill>
                <a:uFillTx/>
                <a:latin typeface="Lato" pitchFamily="34"/>
                <a:ea typeface="Lato" pitchFamily="34"/>
                <a:cs typeface="Lato" pitchFamily="34"/>
              </a:rPr>
              <a:t>Project</a:t>
            </a:r>
            <a:endParaRPr lang="en-AU" sz="1100" b="0" i="0" u="none" strike="noStrike" kern="1200" cap="none" spc="0" baseline="0">
              <a:solidFill>
                <a:srgbClr val="FF6238"/>
              </a:solidFill>
              <a:uFillTx/>
              <a:latin typeface="Lato" pitchFamily="34"/>
              <a:ea typeface="Lato" pitchFamily="34"/>
              <a:cs typeface="Lato" pitchFamily="34"/>
            </a:endParaRPr>
          </a:p>
        </p:txBody>
      </p:sp>
    </p:spTree>
    <p:extLst>
      <p:ext uri="{BB962C8B-B14F-4D97-AF65-F5344CB8AC3E}">
        <p14:creationId xmlns:p14="http://schemas.microsoft.com/office/powerpoint/2010/main" val="17992770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Netwo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0;p22">
            <a:extLst>
              <a:ext uri="{FF2B5EF4-FFF2-40B4-BE49-F238E27FC236}">
                <a16:creationId xmlns:a16="http://schemas.microsoft.com/office/drawing/2014/main" id="{873D82B8-391B-BDDB-92DF-002D80CB89DE}"/>
              </a:ext>
            </a:extLst>
          </p:cNvPr>
          <p:cNvSpPr txBox="1"/>
          <p:nvPr/>
        </p:nvSpPr>
        <p:spPr>
          <a:xfrm>
            <a:off x="11644911" y="6511350"/>
            <a:ext cx="275993" cy="18466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8D9B0347-5FD5-4577-9114-6B1DF37F072A}" type="slidenum">
              <a:t>‹#›</a:t>
            </a:fld>
            <a:endParaRPr lang="en-AU" sz="1200" b="0" i="0" u="none" strike="noStrike" kern="1200" cap="none" spc="0" baseline="0">
              <a:solidFill>
                <a:srgbClr val="948A54"/>
              </a:solidFill>
              <a:uFillTx/>
              <a:latin typeface="Lato" pitchFamily="34"/>
              <a:ea typeface="Lato" pitchFamily="34"/>
              <a:cs typeface="Lato" pitchFamily="34"/>
            </a:endParaRPr>
          </a:p>
        </p:txBody>
      </p:sp>
      <p:cxnSp>
        <p:nvCxnSpPr>
          <p:cNvPr id="3" name="Straight Connector 2119">
            <a:extLst>
              <a:ext uri="{FF2B5EF4-FFF2-40B4-BE49-F238E27FC236}">
                <a16:creationId xmlns:a16="http://schemas.microsoft.com/office/drawing/2014/main" id="{371E409A-FFBD-6832-D609-F4A73BB58AB4}"/>
              </a:ext>
            </a:extLst>
          </p:cNvPr>
          <p:cNvCxnSpPr/>
          <p:nvPr/>
        </p:nvCxnSpPr>
        <p:spPr>
          <a:xfrm>
            <a:off x="1076385" y="1194563"/>
            <a:ext cx="0" cy="1703289"/>
          </a:xfrm>
          <a:prstGeom prst="straightConnector1">
            <a:avLst/>
          </a:prstGeom>
          <a:noFill/>
          <a:ln w="57150" cap="flat">
            <a:solidFill>
              <a:srgbClr val="E84C22"/>
            </a:solidFill>
            <a:prstDash val="solid"/>
            <a:miter/>
          </a:ln>
        </p:spPr>
      </p:cxnSp>
      <p:sp>
        <p:nvSpPr>
          <p:cNvPr id="4" name="TextBox 2120">
            <a:extLst>
              <a:ext uri="{FF2B5EF4-FFF2-40B4-BE49-F238E27FC236}">
                <a16:creationId xmlns:a16="http://schemas.microsoft.com/office/drawing/2014/main" id="{466CC9FD-5D51-C071-86A0-3A65B66A3C53}"/>
              </a:ext>
            </a:extLst>
          </p:cNvPr>
          <p:cNvSpPr txBox="1"/>
          <p:nvPr/>
        </p:nvSpPr>
        <p:spPr>
          <a:xfrm>
            <a:off x="656776" y="1201695"/>
            <a:ext cx="369335" cy="1023679"/>
          </a:xfrm>
          <a:prstGeom prst="rect">
            <a:avLst/>
          </a:prstGeom>
          <a:noFill/>
          <a:ln cap="flat">
            <a:noFill/>
          </a:ln>
        </p:spPr>
        <p:txBody>
          <a:bodyPr vert="vert270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1200" cap="none" spc="0" baseline="0">
                <a:solidFill>
                  <a:srgbClr val="E84C22"/>
                </a:solidFill>
                <a:uFillTx/>
                <a:latin typeface="Arial" pitchFamily="34"/>
                <a:ea typeface="Open Sans" pitchFamily="34"/>
                <a:cs typeface="Arial" pitchFamily="34"/>
              </a:rPr>
              <a:t>Presentation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64E93725-FF95-5277-E770-7FA321E517E5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222296" y="1194883"/>
            <a:ext cx="2440250" cy="286536"/>
          </a:xfrm>
        </p:spPr>
        <p:txBody>
          <a:bodyPr>
            <a:noAutofit/>
          </a:bodyPr>
          <a:lstStyle>
            <a:lvl1pPr marL="0" indent="0">
              <a:buNone/>
              <a:defRPr sz="1050">
                <a:latin typeface="Arial" pitchFamily="34"/>
                <a:ea typeface="Open Sans" pitchFamily="34"/>
                <a:cs typeface="Arial" pitchFamily="34"/>
              </a:defRPr>
            </a:lvl1pPr>
          </a:lstStyle>
          <a:p>
            <a:pPr lvl="0"/>
            <a:r>
              <a:rPr lang="en-GB"/>
              <a:t>Title</a:t>
            </a:r>
            <a:endParaRPr lang="en-US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90EA4DBC-26E0-9C3E-D507-C9E4D048737B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657142" y="1194883"/>
            <a:ext cx="478917" cy="286536"/>
          </a:xfrm>
        </p:spPr>
        <p:txBody>
          <a:bodyPr>
            <a:noAutofit/>
          </a:bodyPr>
          <a:lstStyle>
            <a:lvl1pPr marL="0" indent="0" algn="r">
              <a:buNone/>
              <a:defRPr sz="1050" b="1">
                <a:solidFill>
                  <a:srgbClr val="E84C22"/>
                </a:solidFill>
                <a:latin typeface="Arial" pitchFamily="34"/>
                <a:ea typeface="Open Sans" pitchFamily="34"/>
                <a:cs typeface="Arial" pitchFamily="34"/>
              </a:defRPr>
            </a:lvl1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F123F800-BFDD-2E1F-D26D-749C4176BDCF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222296" y="1478648"/>
            <a:ext cx="2440250" cy="286536"/>
          </a:xfrm>
        </p:spPr>
        <p:txBody>
          <a:bodyPr>
            <a:noAutofit/>
          </a:bodyPr>
          <a:lstStyle>
            <a:lvl1pPr marL="0" indent="0">
              <a:buNone/>
              <a:defRPr sz="1050">
                <a:latin typeface="Arial" pitchFamily="34"/>
                <a:ea typeface="Open Sans" pitchFamily="34"/>
                <a:cs typeface="Arial" pitchFamily="34"/>
              </a:defRPr>
            </a:lvl1pPr>
          </a:lstStyle>
          <a:p>
            <a:pPr lvl="0"/>
            <a:r>
              <a:rPr lang="en-GB"/>
              <a:t>Title</a:t>
            </a:r>
            <a:endParaRPr lang="en-US"/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BCA237C1-0A11-4547-4716-B5D7818568C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657142" y="1478648"/>
            <a:ext cx="478917" cy="286536"/>
          </a:xfrm>
        </p:spPr>
        <p:txBody>
          <a:bodyPr>
            <a:noAutofit/>
          </a:bodyPr>
          <a:lstStyle>
            <a:lvl1pPr marL="0" indent="0" algn="r">
              <a:buNone/>
              <a:defRPr sz="1050" b="1">
                <a:solidFill>
                  <a:srgbClr val="E84C22"/>
                </a:solidFill>
                <a:latin typeface="Arial" pitchFamily="34"/>
                <a:ea typeface="Open Sans" pitchFamily="34"/>
                <a:cs typeface="Arial" pitchFamily="34"/>
              </a:defRPr>
            </a:lvl1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A99470AD-831F-1FE6-41F2-AAD2163AA705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222296" y="1765185"/>
            <a:ext cx="2440250" cy="286536"/>
          </a:xfrm>
        </p:spPr>
        <p:txBody>
          <a:bodyPr>
            <a:noAutofit/>
          </a:bodyPr>
          <a:lstStyle>
            <a:lvl1pPr marL="0" indent="0">
              <a:buNone/>
              <a:defRPr sz="1050">
                <a:latin typeface="Arial" pitchFamily="34"/>
                <a:ea typeface="Open Sans" pitchFamily="34"/>
                <a:cs typeface="Arial" pitchFamily="34"/>
              </a:defRPr>
            </a:lvl1pPr>
          </a:lstStyle>
          <a:p>
            <a:pPr lvl="0"/>
            <a:r>
              <a:rPr lang="en-GB"/>
              <a:t>Title</a:t>
            </a:r>
            <a:endParaRPr lang="en-US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D8A49D49-C47F-6CA9-6329-BE03033DF4F3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657142" y="1765185"/>
            <a:ext cx="478917" cy="286536"/>
          </a:xfrm>
        </p:spPr>
        <p:txBody>
          <a:bodyPr>
            <a:noAutofit/>
          </a:bodyPr>
          <a:lstStyle>
            <a:lvl1pPr marL="0" indent="0" algn="r">
              <a:buNone/>
              <a:defRPr sz="1050" b="1">
                <a:solidFill>
                  <a:srgbClr val="E84C22"/>
                </a:solidFill>
                <a:latin typeface="Arial" pitchFamily="34"/>
                <a:ea typeface="Open Sans" pitchFamily="34"/>
                <a:cs typeface="Arial" pitchFamily="34"/>
              </a:defRPr>
            </a:lvl1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DF95AD0-664B-C080-B482-A4EC435AA3DE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222296" y="2048960"/>
            <a:ext cx="2440250" cy="286536"/>
          </a:xfrm>
        </p:spPr>
        <p:txBody>
          <a:bodyPr>
            <a:noAutofit/>
          </a:bodyPr>
          <a:lstStyle>
            <a:lvl1pPr marL="0" indent="0">
              <a:buNone/>
              <a:defRPr sz="1050">
                <a:latin typeface="Arial" pitchFamily="34"/>
                <a:ea typeface="Open Sans" pitchFamily="34"/>
                <a:cs typeface="Arial" pitchFamily="34"/>
              </a:defRPr>
            </a:lvl1pPr>
          </a:lstStyle>
          <a:p>
            <a:pPr lvl="0"/>
            <a:r>
              <a:rPr lang="en-GB"/>
              <a:t>Title</a:t>
            </a:r>
            <a:endParaRPr lang="en-US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37B81C29-21A7-9FF1-E1BE-9F81230A2FD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657142" y="2048960"/>
            <a:ext cx="478917" cy="286536"/>
          </a:xfrm>
        </p:spPr>
        <p:txBody>
          <a:bodyPr>
            <a:noAutofit/>
          </a:bodyPr>
          <a:lstStyle>
            <a:lvl1pPr marL="0" indent="0" algn="r">
              <a:buNone/>
              <a:defRPr sz="1050" b="1">
                <a:solidFill>
                  <a:srgbClr val="E84C22"/>
                </a:solidFill>
                <a:latin typeface="Arial" pitchFamily="34"/>
                <a:ea typeface="Open Sans" pitchFamily="34"/>
                <a:cs typeface="Arial" pitchFamily="34"/>
              </a:defRPr>
            </a:lvl1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33588212-07B0-79B4-23FD-F2866A02135D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222296" y="2332725"/>
            <a:ext cx="2440250" cy="286536"/>
          </a:xfrm>
        </p:spPr>
        <p:txBody>
          <a:bodyPr>
            <a:noAutofit/>
          </a:bodyPr>
          <a:lstStyle>
            <a:lvl1pPr marL="0" indent="0">
              <a:buNone/>
              <a:defRPr sz="1050">
                <a:latin typeface="Arial" pitchFamily="34"/>
                <a:ea typeface="Open Sans" pitchFamily="34"/>
                <a:cs typeface="Arial" pitchFamily="34"/>
              </a:defRPr>
            </a:lvl1pPr>
          </a:lstStyle>
          <a:p>
            <a:pPr lvl="0"/>
            <a:r>
              <a:rPr lang="en-GB"/>
              <a:t>Title</a:t>
            </a:r>
            <a:endParaRPr lang="en-US"/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87AEDBB3-06FE-8614-E205-208261898C13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657142" y="2332725"/>
            <a:ext cx="478917" cy="286536"/>
          </a:xfrm>
        </p:spPr>
        <p:txBody>
          <a:bodyPr>
            <a:noAutofit/>
          </a:bodyPr>
          <a:lstStyle>
            <a:lvl1pPr marL="0" indent="0" algn="r">
              <a:buNone/>
              <a:defRPr sz="1050" b="1">
                <a:solidFill>
                  <a:srgbClr val="E84C22"/>
                </a:solidFill>
                <a:latin typeface="Arial" pitchFamily="34"/>
                <a:ea typeface="Open Sans" pitchFamily="34"/>
                <a:cs typeface="Arial" pitchFamily="34"/>
              </a:defRPr>
            </a:lvl1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02493263-EDF4-12BF-B488-BDB105675B9B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222296" y="2616500"/>
            <a:ext cx="2440250" cy="286536"/>
          </a:xfrm>
        </p:spPr>
        <p:txBody>
          <a:bodyPr>
            <a:noAutofit/>
          </a:bodyPr>
          <a:lstStyle>
            <a:lvl1pPr marL="0" indent="0">
              <a:buNone/>
              <a:defRPr sz="1050">
                <a:latin typeface="Arial" pitchFamily="34"/>
                <a:ea typeface="Open Sans" pitchFamily="34"/>
                <a:cs typeface="Arial" pitchFamily="34"/>
              </a:defRPr>
            </a:lvl1pPr>
          </a:lstStyle>
          <a:p>
            <a:pPr lvl="0"/>
            <a:r>
              <a:rPr lang="en-GB"/>
              <a:t>Title</a:t>
            </a:r>
            <a:endParaRPr lang="en-US"/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EA242AE1-2CC6-BAA8-9586-11D4F0E31053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657142" y="2616500"/>
            <a:ext cx="478917" cy="286536"/>
          </a:xfrm>
        </p:spPr>
        <p:txBody>
          <a:bodyPr>
            <a:noAutofit/>
          </a:bodyPr>
          <a:lstStyle>
            <a:lvl1pPr marL="0" indent="0" algn="r">
              <a:buNone/>
              <a:defRPr sz="1050" b="1">
                <a:solidFill>
                  <a:srgbClr val="E84C22"/>
                </a:solidFill>
                <a:latin typeface="Arial" pitchFamily="34"/>
                <a:ea typeface="Open Sans" pitchFamily="34"/>
                <a:cs typeface="Arial" pitchFamily="34"/>
              </a:defRPr>
            </a:lvl1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11BACDAA-9ADB-AE87-EBB0-9415CA0170A4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222296" y="2903037"/>
            <a:ext cx="2440250" cy="286536"/>
          </a:xfrm>
        </p:spPr>
        <p:txBody>
          <a:bodyPr>
            <a:noAutofit/>
          </a:bodyPr>
          <a:lstStyle>
            <a:lvl1pPr marL="0" indent="0">
              <a:buNone/>
              <a:defRPr sz="1050">
                <a:latin typeface="Arial" pitchFamily="34"/>
                <a:ea typeface="Open Sans" pitchFamily="34"/>
                <a:cs typeface="Arial" pitchFamily="34"/>
              </a:defRPr>
            </a:lvl1pPr>
          </a:lstStyle>
          <a:p>
            <a:pPr lvl="0"/>
            <a:r>
              <a:rPr lang="en-GB"/>
              <a:t>Title</a:t>
            </a:r>
            <a:endParaRPr lang="en-US"/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035092EB-EF6D-1389-A0EA-41EE3505882A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657142" y="2903037"/>
            <a:ext cx="478917" cy="286536"/>
          </a:xfrm>
        </p:spPr>
        <p:txBody>
          <a:bodyPr>
            <a:noAutofit/>
          </a:bodyPr>
          <a:lstStyle>
            <a:lvl1pPr marL="0" indent="0" algn="r">
              <a:buNone/>
              <a:defRPr sz="1050" b="1">
                <a:solidFill>
                  <a:srgbClr val="E84C22"/>
                </a:solidFill>
                <a:latin typeface="Arial" pitchFamily="34"/>
                <a:ea typeface="Open Sans" pitchFamily="34"/>
                <a:cs typeface="Arial" pitchFamily="34"/>
              </a:defRPr>
            </a:lvl1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57CBC32A-35B9-D1AC-2562-0547306DF685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222296" y="3186802"/>
            <a:ext cx="2440250" cy="286536"/>
          </a:xfrm>
        </p:spPr>
        <p:txBody>
          <a:bodyPr>
            <a:noAutofit/>
          </a:bodyPr>
          <a:lstStyle>
            <a:lvl1pPr marL="0" indent="0">
              <a:buNone/>
              <a:defRPr sz="1050">
                <a:latin typeface="Arial" pitchFamily="34"/>
                <a:ea typeface="Open Sans" pitchFamily="34"/>
                <a:cs typeface="Arial" pitchFamily="34"/>
              </a:defRPr>
            </a:lvl1pPr>
          </a:lstStyle>
          <a:p>
            <a:pPr lvl="0"/>
            <a:r>
              <a:rPr lang="en-GB"/>
              <a:t>Title</a:t>
            </a:r>
            <a:endParaRPr lang="en-US"/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7C1AC142-5464-3428-E0C2-62C37B44A98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657142" y="3186802"/>
            <a:ext cx="478917" cy="286536"/>
          </a:xfrm>
        </p:spPr>
        <p:txBody>
          <a:bodyPr>
            <a:noAutofit/>
          </a:bodyPr>
          <a:lstStyle>
            <a:lvl1pPr marL="0" indent="0" algn="r">
              <a:buNone/>
              <a:defRPr sz="1050" b="1">
                <a:solidFill>
                  <a:srgbClr val="E84C22"/>
                </a:solidFill>
                <a:latin typeface="Arial" pitchFamily="34"/>
                <a:ea typeface="Open Sans" pitchFamily="34"/>
                <a:cs typeface="Arial" pitchFamily="34"/>
              </a:defRPr>
            </a:lvl1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40B80D8E-9BB2-C58B-CF90-7A65BF9B301D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222296" y="3478094"/>
            <a:ext cx="2440250" cy="286536"/>
          </a:xfrm>
        </p:spPr>
        <p:txBody>
          <a:bodyPr>
            <a:noAutofit/>
          </a:bodyPr>
          <a:lstStyle>
            <a:lvl1pPr marL="0" indent="0">
              <a:buNone/>
              <a:defRPr sz="1050">
                <a:latin typeface="Arial" pitchFamily="34"/>
                <a:ea typeface="Open Sans" pitchFamily="34"/>
                <a:cs typeface="Arial" pitchFamily="34"/>
              </a:defRPr>
            </a:lvl1pPr>
          </a:lstStyle>
          <a:p>
            <a:pPr lvl="0"/>
            <a:r>
              <a:rPr lang="en-GB"/>
              <a:t>Title</a:t>
            </a:r>
            <a:endParaRPr lang="en-US"/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90689A80-A7A7-E33A-7273-6562A80A571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657142" y="3478094"/>
            <a:ext cx="478917" cy="286536"/>
          </a:xfrm>
        </p:spPr>
        <p:txBody>
          <a:bodyPr>
            <a:noAutofit/>
          </a:bodyPr>
          <a:lstStyle>
            <a:lvl1pPr marL="0" indent="0" algn="r">
              <a:buNone/>
              <a:defRPr sz="1050" b="1">
                <a:solidFill>
                  <a:srgbClr val="E84C22"/>
                </a:solidFill>
                <a:latin typeface="Arial" pitchFamily="34"/>
                <a:ea typeface="Open Sans" pitchFamily="34"/>
                <a:cs typeface="Arial" pitchFamily="34"/>
              </a:defRPr>
            </a:lvl1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E2096255-134A-94BD-8BA6-27322D8591BF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222296" y="3761859"/>
            <a:ext cx="2440250" cy="286536"/>
          </a:xfrm>
        </p:spPr>
        <p:txBody>
          <a:bodyPr>
            <a:noAutofit/>
          </a:bodyPr>
          <a:lstStyle>
            <a:lvl1pPr marL="0" indent="0">
              <a:buNone/>
              <a:defRPr sz="1050">
                <a:latin typeface="Arial" pitchFamily="34"/>
                <a:ea typeface="Open Sans" pitchFamily="34"/>
                <a:cs typeface="Arial" pitchFamily="34"/>
              </a:defRPr>
            </a:lvl1pPr>
          </a:lstStyle>
          <a:p>
            <a:pPr lvl="0"/>
            <a:r>
              <a:rPr lang="en-GB"/>
              <a:t>Title</a:t>
            </a:r>
            <a:endParaRPr lang="en-US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501896F2-0B33-4D40-9AB2-8857CDD9D4C3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657142" y="3761859"/>
            <a:ext cx="478917" cy="286536"/>
          </a:xfrm>
        </p:spPr>
        <p:txBody>
          <a:bodyPr>
            <a:noAutofit/>
          </a:bodyPr>
          <a:lstStyle>
            <a:lvl1pPr marL="0" indent="0" algn="r">
              <a:buNone/>
              <a:defRPr sz="1050" b="1">
                <a:solidFill>
                  <a:srgbClr val="E84C22"/>
                </a:solidFill>
                <a:latin typeface="Arial" pitchFamily="34"/>
                <a:ea typeface="Open Sans" pitchFamily="34"/>
                <a:cs typeface="Arial" pitchFamily="34"/>
              </a:defRPr>
            </a:lvl1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A8F21552-24E8-7501-2667-933C5F8117A5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222296" y="4048396"/>
            <a:ext cx="2440250" cy="286536"/>
          </a:xfrm>
        </p:spPr>
        <p:txBody>
          <a:bodyPr>
            <a:noAutofit/>
          </a:bodyPr>
          <a:lstStyle>
            <a:lvl1pPr marL="0" indent="0">
              <a:buNone/>
              <a:defRPr sz="1050">
                <a:latin typeface="Arial" pitchFamily="34"/>
                <a:ea typeface="Open Sans" pitchFamily="34"/>
                <a:cs typeface="Arial" pitchFamily="34"/>
              </a:defRPr>
            </a:lvl1pPr>
          </a:lstStyle>
          <a:p>
            <a:pPr lvl="0"/>
            <a:r>
              <a:rPr lang="en-GB"/>
              <a:t>Title</a:t>
            </a:r>
            <a:endParaRPr lang="en-US"/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EA4097C7-B67E-2481-4874-4FC9B1C57AD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657142" y="4048396"/>
            <a:ext cx="478917" cy="286536"/>
          </a:xfrm>
        </p:spPr>
        <p:txBody>
          <a:bodyPr>
            <a:noAutofit/>
          </a:bodyPr>
          <a:lstStyle>
            <a:lvl1pPr marL="0" indent="0" algn="r">
              <a:buNone/>
              <a:defRPr sz="1050" b="1">
                <a:solidFill>
                  <a:srgbClr val="E84C22"/>
                </a:solidFill>
                <a:latin typeface="Arial" pitchFamily="34"/>
                <a:ea typeface="Open Sans" pitchFamily="34"/>
                <a:cs typeface="Arial" pitchFamily="34"/>
              </a:defRPr>
            </a:lvl1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0553F9F0-0C96-12A9-92FB-2574D0B8B54C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222296" y="4332171"/>
            <a:ext cx="2440250" cy="286536"/>
          </a:xfrm>
        </p:spPr>
        <p:txBody>
          <a:bodyPr>
            <a:noAutofit/>
          </a:bodyPr>
          <a:lstStyle>
            <a:lvl1pPr marL="0" indent="0">
              <a:buNone/>
              <a:defRPr sz="1050">
                <a:latin typeface="Arial" pitchFamily="34"/>
                <a:ea typeface="Open Sans" pitchFamily="34"/>
                <a:cs typeface="Arial" pitchFamily="34"/>
              </a:defRPr>
            </a:lvl1pPr>
          </a:lstStyle>
          <a:p>
            <a:pPr lvl="0"/>
            <a:r>
              <a:rPr lang="en-GB"/>
              <a:t>Title</a:t>
            </a:r>
            <a:endParaRPr lang="en-US"/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82A89AC4-8680-A6AB-0CD7-E1D9EEEA8026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657142" y="4332171"/>
            <a:ext cx="478917" cy="286536"/>
          </a:xfrm>
        </p:spPr>
        <p:txBody>
          <a:bodyPr>
            <a:noAutofit/>
          </a:bodyPr>
          <a:lstStyle>
            <a:lvl1pPr marL="0" indent="0" algn="r">
              <a:buNone/>
              <a:defRPr sz="1050" b="1">
                <a:solidFill>
                  <a:srgbClr val="E84C22"/>
                </a:solidFill>
                <a:latin typeface="Arial" pitchFamily="34"/>
                <a:ea typeface="Open Sans" pitchFamily="34"/>
                <a:cs typeface="Arial" pitchFamily="34"/>
              </a:defRPr>
            </a:lvl1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A51045F3-1BEE-427F-1BFB-0C706C59503F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222296" y="4615936"/>
            <a:ext cx="2440250" cy="286536"/>
          </a:xfrm>
        </p:spPr>
        <p:txBody>
          <a:bodyPr>
            <a:noAutofit/>
          </a:bodyPr>
          <a:lstStyle>
            <a:lvl1pPr marL="0" indent="0">
              <a:buNone/>
              <a:defRPr sz="1050">
                <a:latin typeface="Arial" pitchFamily="34"/>
                <a:ea typeface="Open Sans" pitchFamily="34"/>
                <a:cs typeface="Arial" pitchFamily="34"/>
              </a:defRPr>
            </a:lvl1pPr>
          </a:lstStyle>
          <a:p>
            <a:pPr lvl="0"/>
            <a:r>
              <a:rPr lang="en-GB"/>
              <a:t>Title</a:t>
            </a:r>
            <a:endParaRPr lang="en-US"/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979FF298-8FD3-96C1-2689-375D39E02A92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657142" y="4615936"/>
            <a:ext cx="478917" cy="286536"/>
          </a:xfrm>
        </p:spPr>
        <p:txBody>
          <a:bodyPr>
            <a:noAutofit/>
          </a:bodyPr>
          <a:lstStyle>
            <a:lvl1pPr marL="0" indent="0" algn="r">
              <a:buNone/>
              <a:defRPr sz="1050" b="1">
                <a:solidFill>
                  <a:srgbClr val="E84C22"/>
                </a:solidFill>
                <a:latin typeface="Arial" pitchFamily="34"/>
                <a:ea typeface="Open Sans" pitchFamily="34"/>
                <a:cs typeface="Arial" pitchFamily="34"/>
              </a:defRPr>
            </a:lvl1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1D48E52E-4F29-852C-A632-53E1486118AD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222296" y="4899711"/>
            <a:ext cx="2440250" cy="286536"/>
          </a:xfrm>
        </p:spPr>
        <p:txBody>
          <a:bodyPr>
            <a:noAutofit/>
          </a:bodyPr>
          <a:lstStyle>
            <a:lvl1pPr marL="0" indent="0">
              <a:buNone/>
              <a:defRPr sz="1050">
                <a:latin typeface="Arial" pitchFamily="34"/>
                <a:ea typeface="Open Sans" pitchFamily="34"/>
                <a:cs typeface="Arial" pitchFamily="34"/>
              </a:defRPr>
            </a:lvl1pPr>
          </a:lstStyle>
          <a:p>
            <a:pPr lvl="0"/>
            <a:r>
              <a:rPr lang="en-GB"/>
              <a:t>Title</a:t>
            </a:r>
            <a:endParaRPr lang="en-US"/>
          </a:p>
        </p:txBody>
      </p:sp>
      <p:sp>
        <p:nvSpPr>
          <p:cNvPr id="32" name="Text Placeholder 10">
            <a:extLst>
              <a:ext uri="{FF2B5EF4-FFF2-40B4-BE49-F238E27FC236}">
                <a16:creationId xmlns:a16="http://schemas.microsoft.com/office/drawing/2014/main" id="{FA3C995A-7E78-62CE-FA38-8EEEF2E6C64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657142" y="4899711"/>
            <a:ext cx="478917" cy="286536"/>
          </a:xfrm>
        </p:spPr>
        <p:txBody>
          <a:bodyPr>
            <a:noAutofit/>
          </a:bodyPr>
          <a:lstStyle>
            <a:lvl1pPr marL="0" indent="0" algn="r">
              <a:buNone/>
              <a:defRPr sz="1050" b="1">
                <a:solidFill>
                  <a:srgbClr val="E84C22"/>
                </a:solidFill>
                <a:latin typeface="Arial" pitchFamily="34"/>
                <a:ea typeface="Open Sans" pitchFamily="34"/>
                <a:cs typeface="Arial" pitchFamily="34"/>
              </a:defRPr>
            </a:lvl1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33" name="Text Placeholder 10">
            <a:extLst>
              <a:ext uri="{FF2B5EF4-FFF2-40B4-BE49-F238E27FC236}">
                <a16:creationId xmlns:a16="http://schemas.microsoft.com/office/drawing/2014/main" id="{A76D177F-1158-1242-6457-FADB732FC7E5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222296" y="5186248"/>
            <a:ext cx="2440250" cy="286536"/>
          </a:xfrm>
        </p:spPr>
        <p:txBody>
          <a:bodyPr>
            <a:noAutofit/>
          </a:bodyPr>
          <a:lstStyle>
            <a:lvl1pPr marL="0" indent="0">
              <a:buNone/>
              <a:defRPr sz="1050">
                <a:latin typeface="Arial" pitchFamily="34"/>
                <a:ea typeface="Open Sans" pitchFamily="34"/>
                <a:cs typeface="Arial" pitchFamily="34"/>
              </a:defRPr>
            </a:lvl1pPr>
          </a:lstStyle>
          <a:p>
            <a:pPr lvl="0"/>
            <a:r>
              <a:rPr lang="en-GB"/>
              <a:t>Title</a:t>
            </a:r>
            <a:endParaRPr lang="en-US"/>
          </a:p>
        </p:txBody>
      </p:sp>
      <p:sp>
        <p:nvSpPr>
          <p:cNvPr id="34" name="Text Placeholder 10">
            <a:extLst>
              <a:ext uri="{FF2B5EF4-FFF2-40B4-BE49-F238E27FC236}">
                <a16:creationId xmlns:a16="http://schemas.microsoft.com/office/drawing/2014/main" id="{823FE655-4E38-677A-1D8B-412D1F27FF8A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657142" y="5186248"/>
            <a:ext cx="478917" cy="286536"/>
          </a:xfrm>
        </p:spPr>
        <p:txBody>
          <a:bodyPr>
            <a:noAutofit/>
          </a:bodyPr>
          <a:lstStyle>
            <a:lvl1pPr marL="0" indent="0" algn="r">
              <a:buNone/>
              <a:defRPr sz="1050" b="1">
                <a:solidFill>
                  <a:srgbClr val="E84C22"/>
                </a:solidFill>
                <a:latin typeface="Arial" pitchFamily="34"/>
                <a:ea typeface="Open Sans" pitchFamily="34"/>
                <a:cs typeface="Arial" pitchFamily="34"/>
              </a:defRPr>
            </a:lvl1pPr>
          </a:lstStyle>
          <a:p>
            <a:pPr lvl="0"/>
            <a:r>
              <a:rPr lang="en-GB"/>
              <a:t>#</a:t>
            </a:r>
            <a:endParaRPr lang="en-US"/>
          </a:p>
        </p:txBody>
      </p:sp>
      <p:cxnSp>
        <p:nvCxnSpPr>
          <p:cNvPr id="35" name="Straight Connector 2151">
            <a:extLst>
              <a:ext uri="{FF2B5EF4-FFF2-40B4-BE49-F238E27FC236}">
                <a16:creationId xmlns:a16="http://schemas.microsoft.com/office/drawing/2014/main" id="{EB2D8CD5-7B3B-DBFD-EFF7-552F3D8F2A79}"/>
              </a:ext>
            </a:extLst>
          </p:cNvPr>
          <p:cNvCxnSpPr/>
          <p:nvPr/>
        </p:nvCxnSpPr>
        <p:spPr>
          <a:xfrm>
            <a:off x="4631966" y="1194563"/>
            <a:ext cx="0" cy="1703289"/>
          </a:xfrm>
          <a:prstGeom prst="straightConnector1">
            <a:avLst/>
          </a:prstGeom>
          <a:noFill/>
          <a:ln w="57150" cap="flat">
            <a:solidFill>
              <a:srgbClr val="F49D00"/>
            </a:solidFill>
            <a:prstDash val="solid"/>
            <a:miter/>
          </a:ln>
        </p:spPr>
      </p:cxnSp>
      <p:sp>
        <p:nvSpPr>
          <p:cNvPr id="36" name="TextBox 2152">
            <a:extLst>
              <a:ext uri="{FF2B5EF4-FFF2-40B4-BE49-F238E27FC236}">
                <a16:creationId xmlns:a16="http://schemas.microsoft.com/office/drawing/2014/main" id="{9EB262E4-ED6B-2418-4946-58B4FE056825}"/>
              </a:ext>
            </a:extLst>
          </p:cNvPr>
          <p:cNvSpPr txBox="1"/>
          <p:nvPr/>
        </p:nvSpPr>
        <p:spPr>
          <a:xfrm>
            <a:off x="4212357" y="1162586"/>
            <a:ext cx="369335" cy="794449"/>
          </a:xfrm>
          <a:prstGeom prst="rect">
            <a:avLst/>
          </a:prstGeom>
          <a:noFill/>
          <a:ln cap="flat">
            <a:noFill/>
          </a:ln>
        </p:spPr>
        <p:txBody>
          <a:bodyPr vert="vert270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1200" cap="none" spc="0" baseline="0">
                <a:solidFill>
                  <a:srgbClr val="F49D00"/>
                </a:solidFill>
                <a:uFillTx/>
                <a:latin typeface="Arial" pitchFamily="34"/>
                <a:ea typeface="Open Sans" pitchFamily="34"/>
                <a:cs typeface="Arial" pitchFamily="34"/>
              </a:rPr>
              <a:t>Appendix</a:t>
            </a:r>
          </a:p>
        </p:txBody>
      </p:sp>
      <p:sp>
        <p:nvSpPr>
          <p:cNvPr id="37" name="Text Placeholder 10">
            <a:extLst>
              <a:ext uri="{FF2B5EF4-FFF2-40B4-BE49-F238E27FC236}">
                <a16:creationId xmlns:a16="http://schemas.microsoft.com/office/drawing/2014/main" id="{ACACD5D3-7146-D044-57B7-A867BA5CC23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777886" y="1194883"/>
            <a:ext cx="2440250" cy="286536"/>
          </a:xfrm>
        </p:spPr>
        <p:txBody>
          <a:bodyPr>
            <a:noAutofit/>
          </a:bodyPr>
          <a:lstStyle>
            <a:lvl1pPr marL="0" indent="0">
              <a:buNone/>
              <a:defRPr sz="1050">
                <a:latin typeface="Arial" pitchFamily="34"/>
                <a:ea typeface="Open Sans" pitchFamily="34"/>
                <a:cs typeface="Arial" pitchFamily="34"/>
              </a:defRPr>
            </a:lvl1pPr>
          </a:lstStyle>
          <a:p>
            <a:pPr lvl="0"/>
            <a:r>
              <a:rPr lang="en-GB"/>
              <a:t>Title</a:t>
            </a:r>
            <a:endParaRPr lang="en-US"/>
          </a:p>
        </p:txBody>
      </p:sp>
      <p:sp>
        <p:nvSpPr>
          <p:cNvPr id="38" name="Text Placeholder 10">
            <a:extLst>
              <a:ext uri="{FF2B5EF4-FFF2-40B4-BE49-F238E27FC236}">
                <a16:creationId xmlns:a16="http://schemas.microsoft.com/office/drawing/2014/main" id="{7A176883-D6DD-8B48-F69A-A0D1E4CDEF93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7212723" y="1194883"/>
            <a:ext cx="478917" cy="286536"/>
          </a:xfrm>
        </p:spPr>
        <p:txBody>
          <a:bodyPr>
            <a:noAutofit/>
          </a:bodyPr>
          <a:lstStyle>
            <a:lvl1pPr marL="0" indent="0" algn="r">
              <a:buNone/>
              <a:defRPr sz="1050" b="1">
                <a:solidFill>
                  <a:srgbClr val="F49D00"/>
                </a:solidFill>
                <a:latin typeface="Arial" pitchFamily="34"/>
                <a:ea typeface="Open Sans" pitchFamily="34"/>
                <a:cs typeface="Arial" pitchFamily="34"/>
              </a:defRPr>
            </a:lvl1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39" name="Text Placeholder 10">
            <a:extLst>
              <a:ext uri="{FF2B5EF4-FFF2-40B4-BE49-F238E27FC236}">
                <a16:creationId xmlns:a16="http://schemas.microsoft.com/office/drawing/2014/main" id="{0EC69763-A6C4-8A20-F33C-9777B8C62EAA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777886" y="1478648"/>
            <a:ext cx="2440250" cy="286536"/>
          </a:xfrm>
        </p:spPr>
        <p:txBody>
          <a:bodyPr>
            <a:noAutofit/>
          </a:bodyPr>
          <a:lstStyle>
            <a:lvl1pPr marL="0" indent="0">
              <a:buNone/>
              <a:defRPr sz="1050">
                <a:latin typeface="Arial" pitchFamily="34"/>
                <a:ea typeface="Open Sans" pitchFamily="34"/>
                <a:cs typeface="Arial" pitchFamily="34"/>
              </a:defRPr>
            </a:lvl1pPr>
          </a:lstStyle>
          <a:p>
            <a:pPr lvl="0"/>
            <a:r>
              <a:rPr lang="en-GB"/>
              <a:t>Title</a:t>
            </a:r>
            <a:endParaRPr lang="en-US"/>
          </a:p>
        </p:txBody>
      </p:sp>
      <p:sp>
        <p:nvSpPr>
          <p:cNvPr id="40" name="Text Placeholder 10">
            <a:extLst>
              <a:ext uri="{FF2B5EF4-FFF2-40B4-BE49-F238E27FC236}">
                <a16:creationId xmlns:a16="http://schemas.microsoft.com/office/drawing/2014/main" id="{1C7BB58B-DD77-530B-BBEE-0A74FB1104FC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7212723" y="1478648"/>
            <a:ext cx="478917" cy="286536"/>
          </a:xfrm>
        </p:spPr>
        <p:txBody>
          <a:bodyPr>
            <a:noAutofit/>
          </a:bodyPr>
          <a:lstStyle>
            <a:lvl1pPr marL="0" indent="0" algn="r">
              <a:buNone/>
              <a:defRPr sz="1050" b="1">
                <a:solidFill>
                  <a:srgbClr val="F49D00"/>
                </a:solidFill>
                <a:latin typeface="Arial" pitchFamily="34"/>
                <a:ea typeface="Open Sans" pitchFamily="34"/>
                <a:cs typeface="Arial" pitchFamily="34"/>
              </a:defRPr>
            </a:lvl1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41" name="Text Placeholder 10">
            <a:extLst>
              <a:ext uri="{FF2B5EF4-FFF2-40B4-BE49-F238E27FC236}">
                <a16:creationId xmlns:a16="http://schemas.microsoft.com/office/drawing/2014/main" id="{28D2328B-6063-DC10-E564-4C4FF094D55E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777886" y="1765185"/>
            <a:ext cx="2440250" cy="286536"/>
          </a:xfrm>
        </p:spPr>
        <p:txBody>
          <a:bodyPr>
            <a:noAutofit/>
          </a:bodyPr>
          <a:lstStyle>
            <a:lvl1pPr marL="0" indent="0">
              <a:buNone/>
              <a:defRPr sz="1050">
                <a:latin typeface="Arial" pitchFamily="34"/>
                <a:ea typeface="Open Sans" pitchFamily="34"/>
                <a:cs typeface="Arial" pitchFamily="34"/>
              </a:defRPr>
            </a:lvl1pPr>
          </a:lstStyle>
          <a:p>
            <a:pPr lvl="0"/>
            <a:r>
              <a:rPr lang="en-GB"/>
              <a:t>Title</a:t>
            </a:r>
            <a:endParaRPr lang="en-US"/>
          </a:p>
        </p:txBody>
      </p:sp>
      <p:sp>
        <p:nvSpPr>
          <p:cNvPr id="42" name="Text Placeholder 10">
            <a:extLst>
              <a:ext uri="{FF2B5EF4-FFF2-40B4-BE49-F238E27FC236}">
                <a16:creationId xmlns:a16="http://schemas.microsoft.com/office/drawing/2014/main" id="{E02BF3AA-D574-50EB-C841-1FA5AF65DD6F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7212723" y="1765185"/>
            <a:ext cx="478917" cy="286536"/>
          </a:xfrm>
        </p:spPr>
        <p:txBody>
          <a:bodyPr>
            <a:noAutofit/>
          </a:bodyPr>
          <a:lstStyle>
            <a:lvl1pPr marL="0" indent="0" algn="r">
              <a:buNone/>
              <a:defRPr sz="1050" b="1">
                <a:solidFill>
                  <a:srgbClr val="F49D00"/>
                </a:solidFill>
                <a:latin typeface="Arial" pitchFamily="34"/>
                <a:ea typeface="Open Sans" pitchFamily="34"/>
                <a:cs typeface="Arial" pitchFamily="34"/>
              </a:defRPr>
            </a:lvl1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43" name="Text Placeholder 10">
            <a:extLst>
              <a:ext uri="{FF2B5EF4-FFF2-40B4-BE49-F238E27FC236}">
                <a16:creationId xmlns:a16="http://schemas.microsoft.com/office/drawing/2014/main" id="{1FF4AF51-DAC4-A3F4-83EF-7D26C734DE1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777886" y="2048960"/>
            <a:ext cx="2440250" cy="286536"/>
          </a:xfrm>
        </p:spPr>
        <p:txBody>
          <a:bodyPr>
            <a:noAutofit/>
          </a:bodyPr>
          <a:lstStyle>
            <a:lvl1pPr marL="0" indent="0">
              <a:buNone/>
              <a:defRPr sz="1050">
                <a:latin typeface="Arial" pitchFamily="34"/>
                <a:ea typeface="Open Sans" pitchFamily="34"/>
                <a:cs typeface="Arial" pitchFamily="34"/>
              </a:defRPr>
            </a:lvl1pPr>
          </a:lstStyle>
          <a:p>
            <a:pPr lvl="0"/>
            <a:r>
              <a:rPr lang="en-GB"/>
              <a:t>Title</a:t>
            </a:r>
            <a:endParaRPr lang="en-US"/>
          </a:p>
        </p:txBody>
      </p:sp>
      <p:sp>
        <p:nvSpPr>
          <p:cNvPr id="44" name="Text Placeholder 10">
            <a:extLst>
              <a:ext uri="{FF2B5EF4-FFF2-40B4-BE49-F238E27FC236}">
                <a16:creationId xmlns:a16="http://schemas.microsoft.com/office/drawing/2014/main" id="{8DB09C38-7985-DC17-5EA3-CEF3402AFD5B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7212723" y="2048960"/>
            <a:ext cx="478917" cy="286536"/>
          </a:xfrm>
        </p:spPr>
        <p:txBody>
          <a:bodyPr>
            <a:noAutofit/>
          </a:bodyPr>
          <a:lstStyle>
            <a:lvl1pPr marL="0" indent="0" algn="r">
              <a:buNone/>
              <a:defRPr sz="1050" b="1">
                <a:solidFill>
                  <a:srgbClr val="F49D00"/>
                </a:solidFill>
                <a:latin typeface="Arial" pitchFamily="34"/>
                <a:ea typeface="Open Sans" pitchFamily="34"/>
                <a:cs typeface="Arial" pitchFamily="34"/>
              </a:defRPr>
            </a:lvl1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45" name="Text Placeholder 10">
            <a:extLst>
              <a:ext uri="{FF2B5EF4-FFF2-40B4-BE49-F238E27FC236}">
                <a16:creationId xmlns:a16="http://schemas.microsoft.com/office/drawing/2014/main" id="{23E7166A-B370-70F1-9CE3-FC5F4068771B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777886" y="2332725"/>
            <a:ext cx="2440250" cy="286536"/>
          </a:xfrm>
        </p:spPr>
        <p:txBody>
          <a:bodyPr>
            <a:noAutofit/>
          </a:bodyPr>
          <a:lstStyle>
            <a:lvl1pPr marL="0" indent="0">
              <a:buNone/>
              <a:defRPr sz="1050">
                <a:latin typeface="Arial" pitchFamily="34"/>
                <a:ea typeface="Open Sans" pitchFamily="34"/>
                <a:cs typeface="Arial" pitchFamily="34"/>
              </a:defRPr>
            </a:lvl1pPr>
          </a:lstStyle>
          <a:p>
            <a:pPr lvl="0"/>
            <a:r>
              <a:rPr lang="en-GB"/>
              <a:t>Title</a:t>
            </a:r>
            <a:endParaRPr lang="en-US"/>
          </a:p>
        </p:txBody>
      </p:sp>
      <p:sp>
        <p:nvSpPr>
          <p:cNvPr id="46" name="Text Placeholder 10">
            <a:extLst>
              <a:ext uri="{FF2B5EF4-FFF2-40B4-BE49-F238E27FC236}">
                <a16:creationId xmlns:a16="http://schemas.microsoft.com/office/drawing/2014/main" id="{3A37BC3F-4AE8-42A7-1DAE-574C5510042C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7212723" y="2332725"/>
            <a:ext cx="478917" cy="286536"/>
          </a:xfrm>
        </p:spPr>
        <p:txBody>
          <a:bodyPr>
            <a:noAutofit/>
          </a:bodyPr>
          <a:lstStyle>
            <a:lvl1pPr marL="0" indent="0" algn="r">
              <a:buNone/>
              <a:defRPr sz="1050" b="1">
                <a:solidFill>
                  <a:srgbClr val="F49D00"/>
                </a:solidFill>
                <a:latin typeface="Arial" pitchFamily="34"/>
                <a:ea typeface="Open Sans" pitchFamily="34"/>
                <a:cs typeface="Arial" pitchFamily="34"/>
              </a:defRPr>
            </a:lvl1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47" name="Text Placeholder 10">
            <a:extLst>
              <a:ext uri="{FF2B5EF4-FFF2-40B4-BE49-F238E27FC236}">
                <a16:creationId xmlns:a16="http://schemas.microsoft.com/office/drawing/2014/main" id="{895E208A-F0A0-E355-FAF6-C60ABC92A0A2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777886" y="2616500"/>
            <a:ext cx="2440250" cy="286536"/>
          </a:xfrm>
        </p:spPr>
        <p:txBody>
          <a:bodyPr>
            <a:noAutofit/>
          </a:bodyPr>
          <a:lstStyle>
            <a:lvl1pPr marL="0" indent="0">
              <a:buNone/>
              <a:defRPr sz="1050">
                <a:latin typeface="Arial" pitchFamily="34"/>
                <a:ea typeface="Open Sans" pitchFamily="34"/>
                <a:cs typeface="Arial" pitchFamily="34"/>
              </a:defRPr>
            </a:lvl1pPr>
          </a:lstStyle>
          <a:p>
            <a:pPr lvl="0"/>
            <a:r>
              <a:rPr lang="en-GB"/>
              <a:t>Title</a:t>
            </a:r>
            <a:endParaRPr lang="en-US"/>
          </a:p>
        </p:txBody>
      </p:sp>
      <p:sp>
        <p:nvSpPr>
          <p:cNvPr id="48" name="Text Placeholder 10">
            <a:extLst>
              <a:ext uri="{FF2B5EF4-FFF2-40B4-BE49-F238E27FC236}">
                <a16:creationId xmlns:a16="http://schemas.microsoft.com/office/drawing/2014/main" id="{B954B25C-6081-BB0E-4223-86DDF4EA1F2C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7212723" y="2616500"/>
            <a:ext cx="478917" cy="286536"/>
          </a:xfrm>
        </p:spPr>
        <p:txBody>
          <a:bodyPr>
            <a:noAutofit/>
          </a:bodyPr>
          <a:lstStyle>
            <a:lvl1pPr marL="0" indent="0" algn="r">
              <a:buNone/>
              <a:defRPr sz="1050" b="1">
                <a:solidFill>
                  <a:srgbClr val="F49D00"/>
                </a:solidFill>
                <a:latin typeface="Arial" pitchFamily="34"/>
                <a:ea typeface="Open Sans" pitchFamily="34"/>
                <a:cs typeface="Arial" pitchFamily="34"/>
              </a:defRPr>
            </a:lvl1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49" name="Text Placeholder 10">
            <a:extLst>
              <a:ext uri="{FF2B5EF4-FFF2-40B4-BE49-F238E27FC236}">
                <a16:creationId xmlns:a16="http://schemas.microsoft.com/office/drawing/2014/main" id="{5B514588-4C82-E5A5-A058-9C0C6D06DD36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777886" y="2903037"/>
            <a:ext cx="2440250" cy="286536"/>
          </a:xfrm>
        </p:spPr>
        <p:txBody>
          <a:bodyPr>
            <a:noAutofit/>
          </a:bodyPr>
          <a:lstStyle>
            <a:lvl1pPr marL="0" indent="0">
              <a:buNone/>
              <a:defRPr sz="1050">
                <a:latin typeface="Arial" pitchFamily="34"/>
                <a:ea typeface="Open Sans" pitchFamily="34"/>
                <a:cs typeface="Arial" pitchFamily="34"/>
              </a:defRPr>
            </a:lvl1pPr>
          </a:lstStyle>
          <a:p>
            <a:pPr lvl="0"/>
            <a:r>
              <a:rPr lang="en-GB"/>
              <a:t>Title</a:t>
            </a:r>
            <a:endParaRPr lang="en-US"/>
          </a:p>
        </p:txBody>
      </p:sp>
      <p:sp>
        <p:nvSpPr>
          <p:cNvPr id="50" name="Text Placeholder 10">
            <a:extLst>
              <a:ext uri="{FF2B5EF4-FFF2-40B4-BE49-F238E27FC236}">
                <a16:creationId xmlns:a16="http://schemas.microsoft.com/office/drawing/2014/main" id="{6823D1F9-E6A2-6D90-3EF6-265C5A15CA04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7212723" y="2903037"/>
            <a:ext cx="478917" cy="286536"/>
          </a:xfrm>
        </p:spPr>
        <p:txBody>
          <a:bodyPr>
            <a:noAutofit/>
          </a:bodyPr>
          <a:lstStyle>
            <a:lvl1pPr marL="0" indent="0" algn="r">
              <a:buNone/>
              <a:defRPr sz="1050" b="1">
                <a:solidFill>
                  <a:srgbClr val="F49D00"/>
                </a:solidFill>
                <a:latin typeface="Arial" pitchFamily="34"/>
                <a:ea typeface="Open Sans" pitchFamily="34"/>
                <a:cs typeface="Arial" pitchFamily="34"/>
              </a:defRPr>
            </a:lvl1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51" name="Text Placeholder 10">
            <a:extLst>
              <a:ext uri="{FF2B5EF4-FFF2-40B4-BE49-F238E27FC236}">
                <a16:creationId xmlns:a16="http://schemas.microsoft.com/office/drawing/2014/main" id="{1D910FD6-1D7B-0DBF-22BE-D659124B2232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777886" y="3186802"/>
            <a:ext cx="2440250" cy="286536"/>
          </a:xfrm>
        </p:spPr>
        <p:txBody>
          <a:bodyPr>
            <a:noAutofit/>
          </a:bodyPr>
          <a:lstStyle>
            <a:lvl1pPr marL="0" indent="0">
              <a:buNone/>
              <a:defRPr sz="1050">
                <a:latin typeface="Arial" pitchFamily="34"/>
                <a:ea typeface="Open Sans" pitchFamily="34"/>
                <a:cs typeface="Arial" pitchFamily="34"/>
              </a:defRPr>
            </a:lvl1pPr>
          </a:lstStyle>
          <a:p>
            <a:pPr lvl="0"/>
            <a:r>
              <a:rPr lang="en-GB"/>
              <a:t>Title</a:t>
            </a:r>
            <a:endParaRPr lang="en-US"/>
          </a:p>
        </p:txBody>
      </p:sp>
      <p:sp>
        <p:nvSpPr>
          <p:cNvPr id="52" name="Text Placeholder 10">
            <a:extLst>
              <a:ext uri="{FF2B5EF4-FFF2-40B4-BE49-F238E27FC236}">
                <a16:creationId xmlns:a16="http://schemas.microsoft.com/office/drawing/2014/main" id="{FAFEFCEF-B9E3-80F6-6EB6-E9BF7A0D7CC3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7212723" y="3186802"/>
            <a:ext cx="478917" cy="286536"/>
          </a:xfrm>
        </p:spPr>
        <p:txBody>
          <a:bodyPr>
            <a:noAutofit/>
          </a:bodyPr>
          <a:lstStyle>
            <a:lvl1pPr marL="0" indent="0" algn="r">
              <a:buNone/>
              <a:defRPr sz="1050" b="1">
                <a:solidFill>
                  <a:srgbClr val="F49D00"/>
                </a:solidFill>
                <a:latin typeface="Arial" pitchFamily="34"/>
                <a:ea typeface="Open Sans" pitchFamily="34"/>
                <a:cs typeface="Arial" pitchFamily="34"/>
              </a:defRPr>
            </a:lvl1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53" name="Text Placeholder 10">
            <a:extLst>
              <a:ext uri="{FF2B5EF4-FFF2-40B4-BE49-F238E27FC236}">
                <a16:creationId xmlns:a16="http://schemas.microsoft.com/office/drawing/2014/main" id="{C386D188-FCF6-CABC-A3FA-6EED7A404F73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777886" y="3478094"/>
            <a:ext cx="2440250" cy="286536"/>
          </a:xfrm>
        </p:spPr>
        <p:txBody>
          <a:bodyPr>
            <a:noAutofit/>
          </a:bodyPr>
          <a:lstStyle>
            <a:lvl1pPr marL="0" indent="0">
              <a:buNone/>
              <a:defRPr sz="1050">
                <a:latin typeface="Arial" pitchFamily="34"/>
                <a:ea typeface="Open Sans" pitchFamily="34"/>
                <a:cs typeface="Arial" pitchFamily="34"/>
              </a:defRPr>
            </a:lvl1pPr>
          </a:lstStyle>
          <a:p>
            <a:pPr lvl="0"/>
            <a:r>
              <a:rPr lang="en-GB"/>
              <a:t>Title</a:t>
            </a:r>
            <a:endParaRPr lang="en-US"/>
          </a:p>
        </p:txBody>
      </p:sp>
      <p:sp>
        <p:nvSpPr>
          <p:cNvPr id="54" name="Text Placeholder 10">
            <a:extLst>
              <a:ext uri="{FF2B5EF4-FFF2-40B4-BE49-F238E27FC236}">
                <a16:creationId xmlns:a16="http://schemas.microsoft.com/office/drawing/2014/main" id="{58484972-9E09-33B6-BC48-7AA44E29D714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7212723" y="3478094"/>
            <a:ext cx="478917" cy="286536"/>
          </a:xfrm>
        </p:spPr>
        <p:txBody>
          <a:bodyPr>
            <a:noAutofit/>
          </a:bodyPr>
          <a:lstStyle>
            <a:lvl1pPr marL="0" indent="0" algn="r">
              <a:buNone/>
              <a:defRPr sz="1050" b="1">
                <a:solidFill>
                  <a:srgbClr val="F49D00"/>
                </a:solidFill>
                <a:latin typeface="Arial" pitchFamily="34"/>
                <a:ea typeface="Open Sans" pitchFamily="34"/>
                <a:cs typeface="Arial" pitchFamily="34"/>
              </a:defRPr>
            </a:lvl1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55" name="Text Placeholder 10">
            <a:extLst>
              <a:ext uri="{FF2B5EF4-FFF2-40B4-BE49-F238E27FC236}">
                <a16:creationId xmlns:a16="http://schemas.microsoft.com/office/drawing/2014/main" id="{352A2442-B2AD-BC3A-80E9-4B28C9B69690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777886" y="3761859"/>
            <a:ext cx="2440250" cy="286536"/>
          </a:xfrm>
        </p:spPr>
        <p:txBody>
          <a:bodyPr>
            <a:noAutofit/>
          </a:bodyPr>
          <a:lstStyle>
            <a:lvl1pPr marL="0" indent="0">
              <a:buNone/>
              <a:defRPr sz="1050">
                <a:latin typeface="Arial" pitchFamily="34"/>
                <a:ea typeface="Open Sans" pitchFamily="34"/>
                <a:cs typeface="Arial" pitchFamily="34"/>
              </a:defRPr>
            </a:lvl1pPr>
          </a:lstStyle>
          <a:p>
            <a:pPr lvl="0"/>
            <a:r>
              <a:rPr lang="en-GB"/>
              <a:t>Title</a:t>
            </a:r>
            <a:endParaRPr lang="en-US"/>
          </a:p>
        </p:txBody>
      </p:sp>
      <p:sp>
        <p:nvSpPr>
          <p:cNvPr id="56" name="Text Placeholder 10">
            <a:extLst>
              <a:ext uri="{FF2B5EF4-FFF2-40B4-BE49-F238E27FC236}">
                <a16:creationId xmlns:a16="http://schemas.microsoft.com/office/drawing/2014/main" id="{162FAD37-018C-6151-0B97-3F2974F3AB7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7212723" y="3761859"/>
            <a:ext cx="478917" cy="286536"/>
          </a:xfrm>
        </p:spPr>
        <p:txBody>
          <a:bodyPr>
            <a:noAutofit/>
          </a:bodyPr>
          <a:lstStyle>
            <a:lvl1pPr marL="0" indent="0" algn="r">
              <a:buNone/>
              <a:defRPr sz="1050" b="1">
                <a:solidFill>
                  <a:srgbClr val="F49D00"/>
                </a:solidFill>
                <a:latin typeface="Arial" pitchFamily="34"/>
                <a:ea typeface="Open Sans" pitchFamily="34"/>
                <a:cs typeface="Arial" pitchFamily="34"/>
              </a:defRPr>
            </a:lvl1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57" name="Text Placeholder 10">
            <a:extLst>
              <a:ext uri="{FF2B5EF4-FFF2-40B4-BE49-F238E27FC236}">
                <a16:creationId xmlns:a16="http://schemas.microsoft.com/office/drawing/2014/main" id="{0FECEA01-4ED3-81A2-3979-CDF5D3D7B64B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777886" y="4048396"/>
            <a:ext cx="2440250" cy="286536"/>
          </a:xfrm>
        </p:spPr>
        <p:txBody>
          <a:bodyPr>
            <a:noAutofit/>
          </a:bodyPr>
          <a:lstStyle>
            <a:lvl1pPr marL="0" indent="0">
              <a:buNone/>
              <a:defRPr sz="1050">
                <a:latin typeface="Arial" pitchFamily="34"/>
                <a:ea typeface="Open Sans" pitchFamily="34"/>
                <a:cs typeface="Arial" pitchFamily="34"/>
              </a:defRPr>
            </a:lvl1pPr>
          </a:lstStyle>
          <a:p>
            <a:pPr lvl="0"/>
            <a:r>
              <a:rPr lang="en-GB"/>
              <a:t>Title</a:t>
            </a:r>
            <a:endParaRPr lang="en-US"/>
          </a:p>
        </p:txBody>
      </p:sp>
      <p:sp>
        <p:nvSpPr>
          <p:cNvPr id="58" name="Text Placeholder 10">
            <a:extLst>
              <a:ext uri="{FF2B5EF4-FFF2-40B4-BE49-F238E27FC236}">
                <a16:creationId xmlns:a16="http://schemas.microsoft.com/office/drawing/2014/main" id="{D894AA1D-B696-4B75-59EF-262DF7DF0379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7212723" y="4048396"/>
            <a:ext cx="478917" cy="286536"/>
          </a:xfrm>
        </p:spPr>
        <p:txBody>
          <a:bodyPr>
            <a:noAutofit/>
          </a:bodyPr>
          <a:lstStyle>
            <a:lvl1pPr marL="0" indent="0" algn="r">
              <a:buNone/>
              <a:defRPr sz="1050" b="1">
                <a:solidFill>
                  <a:srgbClr val="F49D00"/>
                </a:solidFill>
                <a:latin typeface="Arial" pitchFamily="34"/>
                <a:ea typeface="Open Sans" pitchFamily="34"/>
                <a:cs typeface="Arial" pitchFamily="34"/>
              </a:defRPr>
            </a:lvl1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59" name="Text Placeholder 10">
            <a:extLst>
              <a:ext uri="{FF2B5EF4-FFF2-40B4-BE49-F238E27FC236}">
                <a16:creationId xmlns:a16="http://schemas.microsoft.com/office/drawing/2014/main" id="{13BE83DB-151B-E67F-EC75-CBDD04F580A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777886" y="4332171"/>
            <a:ext cx="2440250" cy="286536"/>
          </a:xfrm>
        </p:spPr>
        <p:txBody>
          <a:bodyPr>
            <a:noAutofit/>
          </a:bodyPr>
          <a:lstStyle>
            <a:lvl1pPr marL="0" indent="0">
              <a:buNone/>
              <a:defRPr sz="1050">
                <a:latin typeface="Arial" pitchFamily="34"/>
                <a:ea typeface="Open Sans" pitchFamily="34"/>
                <a:cs typeface="Arial" pitchFamily="34"/>
              </a:defRPr>
            </a:lvl1pPr>
          </a:lstStyle>
          <a:p>
            <a:pPr lvl="0"/>
            <a:r>
              <a:rPr lang="en-GB"/>
              <a:t>Title</a:t>
            </a:r>
            <a:endParaRPr lang="en-US"/>
          </a:p>
        </p:txBody>
      </p:sp>
      <p:sp>
        <p:nvSpPr>
          <p:cNvPr id="60" name="Text Placeholder 10">
            <a:extLst>
              <a:ext uri="{FF2B5EF4-FFF2-40B4-BE49-F238E27FC236}">
                <a16:creationId xmlns:a16="http://schemas.microsoft.com/office/drawing/2014/main" id="{06C874DB-2C06-5DE4-3963-1BAA75D082F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7212723" y="4332171"/>
            <a:ext cx="478917" cy="286536"/>
          </a:xfrm>
        </p:spPr>
        <p:txBody>
          <a:bodyPr>
            <a:noAutofit/>
          </a:bodyPr>
          <a:lstStyle>
            <a:lvl1pPr marL="0" indent="0" algn="r">
              <a:buNone/>
              <a:defRPr sz="1050" b="1">
                <a:solidFill>
                  <a:srgbClr val="F49D00"/>
                </a:solidFill>
                <a:latin typeface="Arial" pitchFamily="34"/>
                <a:ea typeface="Open Sans" pitchFamily="34"/>
                <a:cs typeface="Arial" pitchFamily="34"/>
              </a:defRPr>
            </a:lvl1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61" name="Text Placeholder 10">
            <a:extLst>
              <a:ext uri="{FF2B5EF4-FFF2-40B4-BE49-F238E27FC236}">
                <a16:creationId xmlns:a16="http://schemas.microsoft.com/office/drawing/2014/main" id="{E29C873D-5F5A-DF95-D436-0A12A6E90A9C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777886" y="4615936"/>
            <a:ext cx="2440250" cy="286536"/>
          </a:xfrm>
        </p:spPr>
        <p:txBody>
          <a:bodyPr>
            <a:noAutofit/>
          </a:bodyPr>
          <a:lstStyle>
            <a:lvl1pPr marL="0" indent="0">
              <a:buNone/>
              <a:defRPr sz="1050">
                <a:latin typeface="Arial" pitchFamily="34"/>
                <a:ea typeface="Open Sans" pitchFamily="34"/>
                <a:cs typeface="Arial" pitchFamily="34"/>
              </a:defRPr>
            </a:lvl1pPr>
          </a:lstStyle>
          <a:p>
            <a:pPr lvl="0"/>
            <a:r>
              <a:rPr lang="en-GB"/>
              <a:t>Title</a:t>
            </a:r>
            <a:endParaRPr lang="en-US"/>
          </a:p>
        </p:txBody>
      </p:sp>
      <p:sp>
        <p:nvSpPr>
          <p:cNvPr id="62" name="Text Placeholder 10">
            <a:extLst>
              <a:ext uri="{FF2B5EF4-FFF2-40B4-BE49-F238E27FC236}">
                <a16:creationId xmlns:a16="http://schemas.microsoft.com/office/drawing/2014/main" id="{C581DC54-10B1-CCF1-D799-1A47F2CF125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7212723" y="4615936"/>
            <a:ext cx="478917" cy="286536"/>
          </a:xfrm>
        </p:spPr>
        <p:txBody>
          <a:bodyPr>
            <a:noAutofit/>
          </a:bodyPr>
          <a:lstStyle>
            <a:lvl1pPr marL="0" indent="0" algn="r">
              <a:buNone/>
              <a:defRPr sz="1050" b="1">
                <a:solidFill>
                  <a:srgbClr val="F49D00"/>
                </a:solidFill>
                <a:latin typeface="Arial" pitchFamily="34"/>
                <a:ea typeface="Open Sans" pitchFamily="34"/>
                <a:cs typeface="Arial" pitchFamily="34"/>
              </a:defRPr>
            </a:lvl1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63" name="Text Placeholder 10">
            <a:extLst>
              <a:ext uri="{FF2B5EF4-FFF2-40B4-BE49-F238E27FC236}">
                <a16:creationId xmlns:a16="http://schemas.microsoft.com/office/drawing/2014/main" id="{C743E070-D73D-0F18-5D40-03CA2219652C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777886" y="4899711"/>
            <a:ext cx="2440250" cy="286536"/>
          </a:xfrm>
        </p:spPr>
        <p:txBody>
          <a:bodyPr>
            <a:noAutofit/>
          </a:bodyPr>
          <a:lstStyle>
            <a:lvl1pPr marL="0" indent="0">
              <a:buNone/>
              <a:defRPr sz="1050">
                <a:latin typeface="Arial" pitchFamily="34"/>
                <a:ea typeface="Open Sans" pitchFamily="34"/>
                <a:cs typeface="Arial" pitchFamily="34"/>
              </a:defRPr>
            </a:lvl1pPr>
          </a:lstStyle>
          <a:p>
            <a:pPr lvl="0"/>
            <a:r>
              <a:rPr lang="en-GB"/>
              <a:t>Title</a:t>
            </a:r>
            <a:endParaRPr lang="en-US"/>
          </a:p>
        </p:txBody>
      </p:sp>
      <p:sp>
        <p:nvSpPr>
          <p:cNvPr id="64" name="Text Placeholder 10">
            <a:extLst>
              <a:ext uri="{FF2B5EF4-FFF2-40B4-BE49-F238E27FC236}">
                <a16:creationId xmlns:a16="http://schemas.microsoft.com/office/drawing/2014/main" id="{A4BD7F9D-0033-8083-3790-C0EA19EB21D2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7212723" y="4899711"/>
            <a:ext cx="478917" cy="286536"/>
          </a:xfrm>
        </p:spPr>
        <p:txBody>
          <a:bodyPr>
            <a:noAutofit/>
          </a:bodyPr>
          <a:lstStyle>
            <a:lvl1pPr marL="0" indent="0" algn="r">
              <a:buNone/>
              <a:defRPr sz="1050" b="1">
                <a:solidFill>
                  <a:srgbClr val="F49D00"/>
                </a:solidFill>
                <a:latin typeface="Arial" pitchFamily="34"/>
                <a:ea typeface="Open Sans" pitchFamily="34"/>
                <a:cs typeface="Arial" pitchFamily="34"/>
              </a:defRPr>
            </a:lvl1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65" name="Text Placeholder 10">
            <a:extLst>
              <a:ext uri="{FF2B5EF4-FFF2-40B4-BE49-F238E27FC236}">
                <a16:creationId xmlns:a16="http://schemas.microsoft.com/office/drawing/2014/main" id="{434D5F03-F8DD-0E36-E844-7AF7696A603C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777886" y="5186248"/>
            <a:ext cx="2440250" cy="286536"/>
          </a:xfrm>
        </p:spPr>
        <p:txBody>
          <a:bodyPr>
            <a:noAutofit/>
          </a:bodyPr>
          <a:lstStyle>
            <a:lvl1pPr marL="0" indent="0">
              <a:buNone/>
              <a:defRPr sz="1050">
                <a:latin typeface="Arial" pitchFamily="34"/>
                <a:ea typeface="Open Sans" pitchFamily="34"/>
                <a:cs typeface="Arial" pitchFamily="34"/>
              </a:defRPr>
            </a:lvl1pPr>
          </a:lstStyle>
          <a:p>
            <a:pPr lvl="0"/>
            <a:r>
              <a:rPr lang="en-GB"/>
              <a:t>Title</a:t>
            </a:r>
            <a:endParaRPr lang="en-US"/>
          </a:p>
        </p:txBody>
      </p:sp>
      <p:sp>
        <p:nvSpPr>
          <p:cNvPr id="66" name="Text Placeholder 10">
            <a:extLst>
              <a:ext uri="{FF2B5EF4-FFF2-40B4-BE49-F238E27FC236}">
                <a16:creationId xmlns:a16="http://schemas.microsoft.com/office/drawing/2014/main" id="{9B2C0F38-36C7-DE0F-9782-28719376EE90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7212723" y="5186248"/>
            <a:ext cx="478917" cy="286536"/>
          </a:xfrm>
        </p:spPr>
        <p:txBody>
          <a:bodyPr>
            <a:noAutofit/>
          </a:bodyPr>
          <a:lstStyle>
            <a:lvl1pPr marL="0" indent="0" algn="r">
              <a:buNone/>
              <a:defRPr sz="1050" b="1">
                <a:solidFill>
                  <a:srgbClr val="F49D00"/>
                </a:solidFill>
                <a:latin typeface="Arial" pitchFamily="34"/>
                <a:ea typeface="Open Sans" pitchFamily="34"/>
                <a:cs typeface="Arial" pitchFamily="34"/>
              </a:defRPr>
            </a:lvl1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67" name="Text Placeholder 10">
            <a:extLst>
              <a:ext uri="{FF2B5EF4-FFF2-40B4-BE49-F238E27FC236}">
                <a16:creationId xmlns:a16="http://schemas.microsoft.com/office/drawing/2014/main" id="{0F10F0D8-B0CE-97FF-1770-A5AA2C13A5BD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7827602" y="1197790"/>
            <a:ext cx="2440250" cy="286536"/>
          </a:xfrm>
        </p:spPr>
        <p:txBody>
          <a:bodyPr>
            <a:noAutofit/>
          </a:bodyPr>
          <a:lstStyle>
            <a:lvl1pPr marL="0" indent="0">
              <a:buNone/>
              <a:defRPr sz="1050">
                <a:latin typeface="Arial" pitchFamily="34"/>
                <a:ea typeface="Open Sans" pitchFamily="34"/>
                <a:cs typeface="Arial" pitchFamily="34"/>
              </a:defRPr>
            </a:lvl1pPr>
          </a:lstStyle>
          <a:p>
            <a:pPr lvl="0"/>
            <a:r>
              <a:rPr lang="en-GB"/>
              <a:t>Title</a:t>
            </a:r>
            <a:endParaRPr lang="en-US"/>
          </a:p>
        </p:txBody>
      </p:sp>
      <p:sp>
        <p:nvSpPr>
          <p:cNvPr id="68" name="Text Placeholder 10">
            <a:extLst>
              <a:ext uri="{FF2B5EF4-FFF2-40B4-BE49-F238E27FC236}">
                <a16:creationId xmlns:a16="http://schemas.microsoft.com/office/drawing/2014/main" id="{FE3AD4FA-FF24-D4B8-EC9A-A7FBE0109A4D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0262439" y="1197790"/>
            <a:ext cx="478917" cy="286536"/>
          </a:xfrm>
        </p:spPr>
        <p:txBody>
          <a:bodyPr>
            <a:noAutofit/>
          </a:bodyPr>
          <a:lstStyle>
            <a:lvl1pPr marL="0" indent="0" algn="r">
              <a:buNone/>
              <a:defRPr sz="1050" b="1">
                <a:solidFill>
                  <a:srgbClr val="F49D00"/>
                </a:solidFill>
                <a:latin typeface="Arial" pitchFamily="34"/>
                <a:ea typeface="Open Sans" pitchFamily="34"/>
                <a:cs typeface="Arial" pitchFamily="34"/>
              </a:defRPr>
            </a:lvl1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69" name="Text Placeholder 10">
            <a:extLst>
              <a:ext uri="{FF2B5EF4-FFF2-40B4-BE49-F238E27FC236}">
                <a16:creationId xmlns:a16="http://schemas.microsoft.com/office/drawing/2014/main" id="{081CD4AE-F979-4434-6A3F-0433F0C12995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7827602" y="1481556"/>
            <a:ext cx="2440250" cy="286536"/>
          </a:xfrm>
        </p:spPr>
        <p:txBody>
          <a:bodyPr>
            <a:noAutofit/>
          </a:bodyPr>
          <a:lstStyle>
            <a:lvl1pPr marL="0" indent="0">
              <a:buNone/>
              <a:defRPr sz="1050">
                <a:latin typeface="Arial" pitchFamily="34"/>
                <a:ea typeface="Open Sans" pitchFamily="34"/>
                <a:cs typeface="Arial" pitchFamily="34"/>
              </a:defRPr>
            </a:lvl1pPr>
          </a:lstStyle>
          <a:p>
            <a:pPr lvl="0"/>
            <a:r>
              <a:rPr lang="en-GB"/>
              <a:t>Title</a:t>
            </a:r>
            <a:endParaRPr lang="en-US"/>
          </a:p>
        </p:txBody>
      </p:sp>
      <p:sp>
        <p:nvSpPr>
          <p:cNvPr id="70" name="Text Placeholder 10">
            <a:extLst>
              <a:ext uri="{FF2B5EF4-FFF2-40B4-BE49-F238E27FC236}">
                <a16:creationId xmlns:a16="http://schemas.microsoft.com/office/drawing/2014/main" id="{877BE5CD-0E8F-8B02-FA48-B49A30892EF9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0262439" y="1481556"/>
            <a:ext cx="478917" cy="286536"/>
          </a:xfrm>
        </p:spPr>
        <p:txBody>
          <a:bodyPr>
            <a:noAutofit/>
          </a:bodyPr>
          <a:lstStyle>
            <a:lvl1pPr marL="0" indent="0" algn="r">
              <a:buNone/>
              <a:defRPr sz="1050" b="1">
                <a:solidFill>
                  <a:srgbClr val="F49D00"/>
                </a:solidFill>
                <a:latin typeface="Arial" pitchFamily="34"/>
                <a:ea typeface="Open Sans" pitchFamily="34"/>
                <a:cs typeface="Arial" pitchFamily="34"/>
              </a:defRPr>
            </a:lvl1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71" name="Text Placeholder 10">
            <a:extLst>
              <a:ext uri="{FF2B5EF4-FFF2-40B4-BE49-F238E27FC236}">
                <a16:creationId xmlns:a16="http://schemas.microsoft.com/office/drawing/2014/main" id="{6ABF4358-7E02-63B3-BB0E-77041D770880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7827602" y="1768102"/>
            <a:ext cx="2440250" cy="286536"/>
          </a:xfrm>
        </p:spPr>
        <p:txBody>
          <a:bodyPr>
            <a:noAutofit/>
          </a:bodyPr>
          <a:lstStyle>
            <a:lvl1pPr marL="0" indent="0">
              <a:buNone/>
              <a:defRPr sz="1050">
                <a:latin typeface="Arial" pitchFamily="34"/>
                <a:ea typeface="Open Sans" pitchFamily="34"/>
                <a:cs typeface="Arial" pitchFamily="34"/>
              </a:defRPr>
            </a:lvl1pPr>
          </a:lstStyle>
          <a:p>
            <a:pPr lvl="0"/>
            <a:r>
              <a:rPr lang="en-GB"/>
              <a:t>Title</a:t>
            </a:r>
            <a:endParaRPr lang="en-US"/>
          </a:p>
        </p:txBody>
      </p:sp>
      <p:sp>
        <p:nvSpPr>
          <p:cNvPr id="72" name="Text Placeholder 10">
            <a:extLst>
              <a:ext uri="{FF2B5EF4-FFF2-40B4-BE49-F238E27FC236}">
                <a16:creationId xmlns:a16="http://schemas.microsoft.com/office/drawing/2014/main" id="{E4C35BFD-25A4-520E-2F10-17E34C6008BB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0262439" y="1764051"/>
            <a:ext cx="478917" cy="286536"/>
          </a:xfrm>
        </p:spPr>
        <p:txBody>
          <a:bodyPr>
            <a:noAutofit/>
          </a:bodyPr>
          <a:lstStyle>
            <a:lvl1pPr marL="0" indent="0" algn="r">
              <a:buNone/>
              <a:defRPr sz="1050" b="1">
                <a:solidFill>
                  <a:srgbClr val="F49D00"/>
                </a:solidFill>
                <a:latin typeface="Arial" pitchFamily="34"/>
                <a:ea typeface="Open Sans" pitchFamily="34"/>
                <a:cs typeface="Arial" pitchFamily="34"/>
              </a:defRPr>
            </a:lvl1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73" name="Text Placeholder 10">
            <a:extLst>
              <a:ext uri="{FF2B5EF4-FFF2-40B4-BE49-F238E27FC236}">
                <a16:creationId xmlns:a16="http://schemas.microsoft.com/office/drawing/2014/main" id="{DE55DAF1-1CE9-1160-77A4-3E3838EFC172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7827602" y="2051867"/>
            <a:ext cx="2440250" cy="286536"/>
          </a:xfrm>
        </p:spPr>
        <p:txBody>
          <a:bodyPr>
            <a:noAutofit/>
          </a:bodyPr>
          <a:lstStyle>
            <a:lvl1pPr marL="0" indent="0">
              <a:buNone/>
              <a:defRPr sz="1050">
                <a:latin typeface="Arial" pitchFamily="34"/>
                <a:ea typeface="Open Sans" pitchFamily="34"/>
                <a:cs typeface="Arial" pitchFamily="34"/>
              </a:defRPr>
            </a:lvl1pPr>
          </a:lstStyle>
          <a:p>
            <a:pPr lvl="0"/>
            <a:r>
              <a:rPr lang="en-GB"/>
              <a:t>Title</a:t>
            </a:r>
            <a:endParaRPr lang="en-US"/>
          </a:p>
        </p:txBody>
      </p:sp>
      <p:sp>
        <p:nvSpPr>
          <p:cNvPr id="74" name="Text Placeholder 10">
            <a:extLst>
              <a:ext uri="{FF2B5EF4-FFF2-40B4-BE49-F238E27FC236}">
                <a16:creationId xmlns:a16="http://schemas.microsoft.com/office/drawing/2014/main" id="{9EC18271-C2DF-13FF-5365-5207AFFF815C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0262439" y="2051867"/>
            <a:ext cx="478917" cy="286536"/>
          </a:xfrm>
        </p:spPr>
        <p:txBody>
          <a:bodyPr>
            <a:noAutofit/>
          </a:bodyPr>
          <a:lstStyle>
            <a:lvl1pPr marL="0" indent="0" algn="r">
              <a:buNone/>
              <a:defRPr sz="1050" b="1">
                <a:solidFill>
                  <a:srgbClr val="F49D00"/>
                </a:solidFill>
                <a:latin typeface="Arial" pitchFamily="34"/>
                <a:ea typeface="Open Sans" pitchFamily="34"/>
                <a:cs typeface="Arial" pitchFamily="34"/>
              </a:defRPr>
            </a:lvl1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75" name="Text Placeholder 10">
            <a:extLst>
              <a:ext uri="{FF2B5EF4-FFF2-40B4-BE49-F238E27FC236}">
                <a16:creationId xmlns:a16="http://schemas.microsoft.com/office/drawing/2014/main" id="{7B8D0DF3-99F0-7B6D-5867-9D241BB38417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7827602" y="2335633"/>
            <a:ext cx="2440250" cy="286536"/>
          </a:xfrm>
        </p:spPr>
        <p:txBody>
          <a:bodyPr>
            <a:noAutofit/>
          </a:bodyPr>
          <a:lstStyle>
            <a:lvl1pPr marL="0" indent="0">
              <a:buNone/>
              <a:defRPr sz="1050">
                <a:latin typeface="Arial" pitchFamily="34"/>
                <a:ea typeface="Open Sans" pitchFamily="34"/>
                <a:cs typeface="Arial" pitchFamily="34"/>
              </a:defRPr>
            </a:lvl1pPr>
          </a:lstStyle>
          <a:p>
            <a:pPr lvl="0"/>
            <a:r>
              <a:rPr lang="en-GB"/>
              <a:t>Title</a:t>
            </a:r>
            <a:endParaRPr lang="en-US"/>
          </a:p>
        </p:txBody>
      </p:sp>
      <p:sp>
        <p:nvSpPr>
          <p:cNvPr id="76" name="Text Placeholder 10">
            <a:extLst>
              <a:ext uri="{FF2B5EF4-FFF2-40B4-BE49-F238E27FC236}">
                <a16:creationId xmlns:a16="http://schemas.microsoft.com/office/drawing/2014/main" id="{7F4C3E94-B4EA-B7EC-A702-99D565555460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0262439" y="2335633"/>
            <a:ext cx="478917" cy="286536"/>
          </a:xfrm>
        </p:spPr>
        <p:txBody>
          <a:bodyPr>
            <a:noAutofit/>
          </a:bodyPr>
          <a:lstStyle>
            <a:lvl1pPr marL="0" indent="0" algn="r">
              <a:buNone/>
              <a:defRPr sz="1050" b="1">
                <a:solidFill>
                  <a:srgbClr val="F49D00"/>
                </a:solidFill>
                <a:latin typeface="Arial" pitchFamily="34"/>
                <a:ea typeface="Open Sans" pitchFamily="34"/>
                <a:cs typeface="Arial" pitchFamily="34"/>
              </a:defRPr>
            </a:lvl1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77" name="Text Placeholder 10">
            <a:extLst>
              <a:ext uri="{FF2B5EF4-FFF2-40B4-BE49-F238E27FC236}">
                <a16:creationId xmlns:a16="http://schemas.microsoft.com/office/drawing/2014/main" id="{185DD6E5-8110-FA3D-CC3A-4090A5BDCA85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7827602" y="2619408"/>
            <a:ext cx="2440250" cy="286536"/>
          </a:xfrm>
        </p:spPr>
        <p:txBody>
          <a:bodyPr>
            <a:noAutofit/>
          </a:bodyPr>
          <a:lstStyle>
            <a:lvl1pPr marL="0" indent="0">
              <a:buNone/>
              <a:defRPr sz="1050">
                <a:latin typeface="Arial" pitchFamily="34"/>
                <a:ea typeface="Open Sans" pitchFamily="34"/>
                <a:cs typeface="Arial" pitchFamily="34"/>
              </a:defRPr>
            </a:lvl1pPr>
          </a:lstStyle>
          <a:p>
            <a:pPr lvl="0"/>
            <a:r>
              <a:rPr lang="en-GB"/>
              <a:t>Title</a:t>
            </a:r>
            <a:endParaRPr lang="en-US"/>
          </a:p>
        </p:txBody>
      </p:sp>
      <p:sp>
        <p:nvSpPr>
          <p:cNvPr id="78" name="Text Placeholder 10">
            <a:extLst>
              <a:ext uri="{FF2B5EF4-FFF2-40B4-BE49-F238E27FC236}">
                <a16:creationId xmlns:a16="http://schemas.microsoft.com/office/drawing/2014/main" id="{C6360D9B-59F0-B1F9-5B56-5C5F2AFF7977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0262439" y="2619408"/>
            <a:ext cx="478917" cy="286536"/>
          </a:xfrm>
        </p:spPr>
        <p:txBody>
          <a:bodyPr>
            <a:noAutofit/>
          </a:bodyPr>
          <a:lstStyle>
            <a:lvl1pPr marL="0" indent="0" algn="r">
              <a:buNone/>
              <a:defRPr sz="1050" b="1">
                <a:solidFill>
                  <a:srgbClr val="F49D00"/>
                </a:solidFill>
                <a:latin typeface="Arial" pitchFamily="34"/>
                <a:ea typeface="Open Sans" pitchFamily="34"/>
                <a:cs typeface="Arial" pitchFamily="34"/>
              </a:defRPr>
            </a:lvl1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79" name="Text Placeholder 10">
            <a:extLst>
              <a:ext uri="{FF2B5EF4-FFF2-40B4-BE49-F238E27FC236}">
                <a16:creationId xmlns:a16="http://schemas.microsoft.com/office/drawing/2014/main" id="{94D3C746-09A9-97E2-FBC3-CBC71B33AA4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7827602" y="2905944"/>
            <a:ext cx="2440250" cy="286536"/>
          </a:xfrm>
        </p:spPr>
        <p:txBody>
          <a:bodyPr>
            <a:noAutofit/>
          </a:bodyPr>
          <a:lstStyle>
            <a:lvl1pPr marL="0" indent="0">
              <a:buNone/>
              <a:defRPr sz="1050">
                <a:latin typeface="Arial" pitchFamily="34"/>
                <a:ea typeface="Open Sans" pitchFamily="34"/>
                <a:cs typeface="Arial" pitchFamily="34"/>
              </a:defRPr>
            </a:lvl1pPr>
          </a:lstStyle>
          <a:p>
            <a:pPr lvl="0"/>
            <a:r>
              <a:rPr lang="en-GB"/>
              <a:t>Title</a:t>
            </a:r>
            <a:endParaRPr lang="en-US"/>
          </a:p>
        </p:txBody>
      </p:sp>
      <p:sp>
        <p:nvSpPr>
          <p:cNvPr id="80" name="Text Placeholder 10">
            <a:extLst>
              <a:ext uri="{FF2B5EF4-FFF2-40B4-BE49-F238E27FC236}">
                <a16:creationId xmlns:a16="http://schemas.microsoft.com/office/drawing/2014/main" id="{DD1F004A-F50C-B14E-C161-0003F248327E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0262439" y="2905944"/>
            <a:ext cx="478917" cy="286536"/>
          </a:xfrm>
        </p:spPr>
        <p:txBody>
          <a:bodyPr>
            <a:noAutofit/>
          </a:bodyPr>
          <a:lstStyle>
            <a:lvl1pPr marL="0" indent="0" algn="r">
              <a:buNone/>
              <a:defRPr sz="1050" b="1">
                <a:solidFill>
                  <a:srgbClr val="F49D00"/>
                </a:solidFill>
                <a:latin typeface="Arial" pitchFamily="34"/>
                <a:ea typeface="Open Sans" pitchFamily="34"/>
                <a:cs typeface="Arial" pitchFamily="34"/>
              </a:defRPr>
            </a:lvl1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81" name="Text Placeholder 10">
            <a:extLst>
              <a:ext uri="{FF2B5EF4-FFF2-40B4-BE49-F238E27FC236}">
                <a16:creationId xmlns:a16="http://schemas.microsoft.com/office/drawing/2014/main" id="{0A358905-B4E9-41E2-BE7A-8A8E05E720A6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7827602" y="3189719"/>
            <a:ext cx="2440250" cy="286536"/>
          </a:xfrm>
        </p:spPr>
        <p:txBody>
          <a:bodyPr>
            <a:noAutofit/>
          </a:bodyPr>
          <a:lstStyle>
            <a:lvl1pPr marL="0" indent="0">
              <a:buNone/>
              <a:defRPr sz="1050">
                <a:latin typeface="Arial" pitchFamily="34"/>
                <a:ea typeface="Open Sans" pitchFamily="34"/>
                <a:cs typeface="Arial" pitchFamily="34"/>
              </a:defRPr>
            </a:lvl1pPr>
          </a:lstStyle>
          <a:p>
            <a:pPr lvl="0"/>
            <a:r>
              <a:rPr lang="en-GB"/>
              <a:t>Title</a:t>
            </a:r>
            <a:endParaRPr lang="en-US"/>
          </a:p>
        </p:txBody>
      </p:sp>
      <p:sp>
        <p:nvSpPr>
          <p:cNvPr id="82" name="Text Placeholder 10">
            <a:extLst>
              <a:ext uri="{FF2B5EF4-FFF2-40B4-BE49-F238E27FC236}">
                <a16:creationId xmlns:a16="http://schemas.microsoft.com/office/drawing/2014/main" id="{42938BF0-04E1-13B3-A09C-8422D997E23E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0262439" y="3189719"/>
            <a:ext cx="478917" cy="286536"/>
          </a:xfrm>
        </p:spPr>
        <p:txBody>
          <a:bodyPr>
            <a:noAutofit/>
          </a:bodyPr>
          <a:lstStyle>
            <a:lvl1pPr marL="0" indent="0" algn="r">
              <a:buNone/>
              <a:defRPr sz="1050" b="1">
                <a:solidFill>
                  <a:srgbClr val="F49D00"/>
                </a:solidFill>
                <a:latin typeface="Arial" pitchFamily="34"/>
                <a:ea typeface="Open Sans" pitchFamily="34"/>
                <a:cs typeface="Arial" pitchFamily="34"/>
              </a:defRPr>
            </a:lvl1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83" name="Text Placeholder 10">
            <a:extLst>
              <a:ext uri="{FF2B5EF4-FFF2-40B4-BE49-F238E27FC236}">
                <a16:creationId xmlns:a16="http://schemas.microsoft.com/office/drawing/2014/main" id="{F1B4303D-04DF-5CD3-DE86-971D5456C3BD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7827602" y="3481001"/>
            <a:ext cx="2440250" cy="286536"/>
          </a:xfrm>
        </p:spPr>
        <p:txBody>
          <a:bodyPr>
            <a:noAutofit/>
          </a:bodyPr>
          <a:lstStyle>
            <a:lvl1pPr marL="0" indent="0">
              <a:buNone/>
              <a:defRPr sz="1050">
                <a:latin typeface="Arial" pitchFamily="34"/>
                <a:ea typeface="Open Sans" pitchFamily="34"/>
                <a:cs typeface="Arial" pitchFamily="34"/>
              </a:defRPr>
            </a:lvl1pPr>
          </a:lstStyle>
          <a:p>
            <a:pPr lvl="0"/>
            <a:r>
              <a:rPr lang="en-GB"/>
              <a:t>Title</a:t>
            </a:r>
            <a:endParaRPr lang="en-US"/>
          </a:p>
        </p:txBody>
      </p:sp>
      <p:sp>
        <p:nvSpPr>
          <p:cNvPr id="84" name="Text Placeholder 10">
            <a:extLst>
              <a:ext uri="{FF2B5EF4-FFF2-40B4-BE49-F238E27FC236}">
                <a16:creationId xmlns:a16="http://schemas.microsoft.com/office/drawing/2014/main" id="{00EB0AD7-94E4-9394-5868-6A658BA7AB6D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0262439" y="3481001"/>
            <a:ext cx="478917" cy="286536"/>
          </a:xfrm>
        </p:spPr>
        <p:txBody>
          <a:bodyPr>
            <a:noAutofit/>
          </a:bodyPr>
          <a:lstStyle>
            <a:lvl1pPr marL="0" indent="0" algn="r">
              <a:buNone/>
              <a:defRPr sz="1050" b="1">
                <a:solidFill>
                  <a:srgbClr val="F49D00"/>
                </a:solidFill>
                <a:latin typeface="Arial" pitchFamily="34"/>
                <a:ea typeface="Open Sans" pitchFamily="34"/>
                <a:cs typeface="Arial" pitchFamily="34"/>
              </a:defRPr>
            </a:lvl1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85" name="Text Placeholder 10">
            <a:extLst>
              <a:ext uri="{FF2B5EF4-FFF2-40B4-BE49-F238E27FC236}">
                <a16:creationId xmlns:a16="http://schemas.microsoft.com/office/drawing/2014/main" id="{ACAF1022-F50F-523F-D6B4-7A79A9415743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7827602" y="3764767"/>
            <a:ext cx="2440250" cy="286536"/>
          </a:xfrm>
        </p:spPr>
        <p:txBody>
          <a:bodyPr>
            <a:noAutofit/>
          </a:bodyPr>
          <a:lstStyle>
            <a:lvl1pPr marL="0" indent="0">
              <a:buNone/>
              <a:defRPr sz="1050">
                <a:latin typeface="Arial" pitchFamily="34"/>
                <a:ea typeface="Open Sans" pitchFamily="34"/>
                <a:cs typeface="Arial" pitchFamily="34"/>
              </a:defRPr>
            </a:lvl1pPr>
          </a:lstStyle>
          <a:p>
            <a:pPr lvl="0"/>
            <a:r>
              <a:rPr lang="en-GB"/>
              <a:t>Title</a:t>
            </a:r>
            <a:endParaRPr lang="en-US"/>
          </a:p>
        </p:txBody>
      </p:sp>
      <p:sp>
        <p:nvSpPr>
          <p:cNvPr id="86" name="Text Placeholder 10">
            <a:extLst>
              <a:ext uri="{FF2B5EF4-FFF2-40B4-BE49-F238E27FC236}">
                <a16:creationId xmlns:a16="http://schemas.microsoft.com/office/drawing/2014/main" id="{5716567B-8121-A6CC-90AC-066EFCCAB8E3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0262439" y="3764767"/>
            <a:ext cx="478917" cy="286536"/>
          </a:xfrm>
        </p:spPr>
        <p:txBody>
          <a:bodyPr>
            <a:noAutofit/>
          </a:bodyPr>
          <a:lstStyle>
            <a:lvl1pPr marL="0" indent="0" algn="r">
              <a:buNone/>
              <a:defRPr sz="1050" b="1">
                <a:solidFill>
                  <a:srgbClr val="F49D00"/>
                </a:solidFill>
                <a:latin typeface="Arial" pitchFamily="34"/>
                <a:ea typeface="Open Sans" pitchFamily="34"/>
                <a:cs typeface="Arial" pitchFamily="34"/>
              </a:defRPr>
            </a:lvl1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87" name="Text Placeholder 10">
            <a:extLst>
              <a:ext uri="{FF2B5EF4-FFF2-40B4-BE49-F238E27FC236}">
                <a16:creationId xmlns:a16="http://schemas.microsoft.com/office/drawing/2014/main" id="{24BB252B-4C13-35AD-C2E6-53C8ED993FF3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7827602" y="4051313"/>
            <a:ext cx="2440250" cy="286536"/>
          </a:xfrm>
        </p:spPr>
        <p:txBody>
          <a:bodyPr>
            <a:noAutofit/>
          </a:bodyPr>
          <a:lstStyle>
            <a:lvl1pPr marL="0" indent="0">
              <a:buNone/>
              <a:defRPr sz="1050">
                <a:latin typeface="Arial" pitchFamily="34"/>
                <a:ea typeface="Open Sans" pitchFamily="34"/>
                <a:cs typeface="Arial" pitchFamily="34"/>
              </a:defRPr>
            </a:lvl1pPr>
          </a:lstStyle>
          <a:p>
            <a:pPr lvl="0"/>
            <a:r>
              <a:rPr lang="en-GB"/>
              <a:t>Title</a:t>
            </a:r>
            <a:endParaRPr lang="en-US"/>
          </a:p>
        </p:txBody>
      </p:sp>
      <p:sp>
        <p:nvSpPr>
          <p:cNvPr id="88" name="Text Placeholder 10">
            <a:extLst>
              <a:ext uri="{FF2B5EF4-FFF2-40B4-BE49-F238E27FC236}">
                <a16:creationId xmlns:a16="http://schemas.microsoft.com/office/drawing/2014/main" id="{28A747E9-4D7B-A213-90CD-43768273AB82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0262439" y="4051313"/>
            <a:ext cx="478917" cy="286536"/>
          </a:xfrm>
        </p:spPr>
        <p:txBody>
          <a:bodyPr>
            <a:noAutofit/>
          </a:bodyPr>
          <a:lstStyle>
            <a:lvl1pPr marL="0" indent="0" algn="r">
              <a:buNone/>
              <a:defRPr sz="1050" b="1">
                <a:solidFill>
                  <a:srgbClr val="F49D00"/>
                </a:solidFill>
                <a:latin typeface="Arial" pitchFamily="34"/>
                <a:ea typeface="Open Sans" pitchFamily="34"/>
                <a:cs typeface="Arial" pitchFamily="34"/>
              </a:defRPr>
            </a:lvl1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89" name="Text Placeholder 10">
            <a:extLst>
              <a:ext uri="{FF2B5EF4-FFF2-40B4-BE49-F238E27FC236}">
                <a16:creationId xmlns:a16="http://schemas.microsoft.com/office/drawing/2014/main" id="{DC3C9DA4-92EC-C64D-2AD0-B88D0ADFBC26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7827602" y="4335078"/>
            <a:ext cx="2440250" cy="286536"/>
          </a:xfrm>
        </p:spPr>
        <p:txBody>
          <a:bodyPr>
            <a:noAutofit/>
          </a:bodyPr>
          <a:lstStyle>
            <a:lvl1pPr marL="0" indent="0">
              <a:buNone/>
              <a:defRPr sz="1050">
                <a:latin typeface="Arial" pitchFamily="34"/>
                <a:ea typeface="Open Sans" pitchFamily="34"/>
                <a:cs typeface="Arial" pitchFamily="34"/>
              </a:defRPr>
            </a:lvl1pPr>
          </a:lstStyle>
          <a:p>
            <a:pPr lvl="0"/>
            <a:r>
              <a:rPr lang="en-GB"/>
              <a:t>Title</a:t>
            </a:r>
            <a:endParaRPr lang="en-US"/>
          </a:p>
        </p:txBody>
      </p:sp>
      <p:sp>
        <p:nvSpPr>
          <p:cNvPr id="90" name="Text Placeholder 10">
            <a:extLst>
              <a:ext uri="{FF2B5EF4-FFF2-40B4-BE49-F238E27FC236}">
                <a16:creationId xmlns:a16="http://schemas.microsoft.com/office/drawing/2014/main" id="{4E63D5AD-603F-AA3E-4A6C-E4131C70390C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0262439" y="4335078"/>
            <a:ext cx="478917" cy="286536"/>
          </a:xfrm>
        </p:spPr>
        <p:txBody>
          <a:bodyPr>
            <a:noAutofit/>
          </a:bodyPr>
          <a:lstStyle>
            <a:lvl1pPr marL="0" indent="0" algn="r">
              <a:buNone/>
              <a:defRPr sz="1050" b="1">
                <a:solidFill>
                  <a:srgbClr val="F49D00"/>
                </a:solidFill>
                <a:latin typeface="Arial" pitchFamily="34"/>
                <a:ea typeface="Open Sans" pitchFamily="34"/>
                <a:cs typeface="Arial" pitchFamily="34"/>
              </a:defRPr>
            </a:lvl1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91" name="Text Placeholder 10">
            <a:extLst>
              <a:ext uri="{FF2B5EF4-FFF2-40B4-BE49-F238E27FC236}">
                <a16:creationId xmlns:a16="http://schemas.microsoft.com/office/drawing/2014/main" id="{2E482B22-25BF-38CE-7934-B1BE1C8F202E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7827602" y="4618844"/>
            <a:ext cx="2440250" cy="286536"/>
          </a:xfrm>
        </p:spPr>
        <p:txBody>
          <a:bodyPr>
            <a:noAutofit/>
          </a:bodyPr>
          <a:lstStyle>
            <a:lvl1pPr marL="0" indent="0">
              <a:buNone/>
              <a:defRPr sz="1050">
                <a:latin typeface="Arial" pitchFamily="34"/>
                <a:ea typeface="Open Sans" pitchFamily="34"/>
                <a:cs typeface="Arial" pitchFamily="34"/>
              </a:defRPr>
            </a:lvl1pPr>
          </a:lstStyle>
          <a:p>
            <a:pPr lvl="0"/>
            <a:r>
              <a:rPr lang="en-GB"/>
              <a:t>Title</a:t>
            </a:r>
            <a:endParaRPr lang="en-US"/>
          </a:p>
        </p:txBody>
      </p:sp>
      <p:sp>
        <p:nvSpPr>
          <p:cNvPr id="92" name="Text Placeholder 10">
            <a:extLst>
              <a:ext uri="{FF2B5EF4-FFF2-40B4-BE49-F238E27FC236}">
                <a16:creationId xmlns:a16="http://schemas.microsoft.com/office/drawing/2014/main" id="{FC07CF76-0B82-3787-1CDC-439D47A0A7CD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0262439" y="4618844"/>
            <a:ext cx="478917" cy="286536"/>
          </a:xfrm>
        </p:spPr>
        <p:txBody>
          <a:bodyPr>
            <a:noAutofit/>
          </a:bodyPr>
          <a:lstStyle>
            <a:lvl1pPr marL="0" indent="0" algn="r">
              <a:buNone/>
              <a:defRPr sz="1050" b="1">
                <a:solidFill>
                  <a:srgbClr val="F49D00"/>
                </a:solidFill>
                <a:latin typeface="Arial" pitchFamily="34"/>
                <a:ea typeface="Open Sans" pitchFamily="34"/>
                <a:cs typeface="Arial" pitchFamily="34"/>
              </a:defRPr>
            </a:lvl1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93" name="Text Placeholder 10">
            <a:extLst>
              <a:ext uri="{FF2B5EF4-FFF2-40B4-BE49-F238E27FC236}">
                <a16:creationId xmlns:a16="http://schemas.microsoft.com/office/drawing/2014/main" id="{1E4F50F6-EBED-5241-0BAF-3C1E0AD12A60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7827602" y="4902619"/>
            <a:ext cx="2440250" cy="286536"/>
          </a:xfrm>
        </p:spPr>
        <p:txBody>
          <a:bodyPr>
            <a:noAutofit/>
          </a:bodyPr>
          <a:lstStyle>
            <a:lvl1pPr marL="0" indent="0">
              <a:buNone/>
              <a:defRPr sz="1050">
                <a:latin typeface="Arial" pitchFamily="34"/>
                <a:ea typeface="Open Sans" pitchFamily="34"/>
                <a:cs typeface="Arial" pitchFamily="34"/>
              </a:defRPr>
            </a:lvl1pPr>
          </a:lstStyle>
          <a:p>
            <a:pPr lvl="0"/>
            <a:r>
              <a:rPr lang="en-GB"/>
              <a:t>Title</a:t>
            </a:r>
            <a:endParaRPr lang="en-US"/>
          </a:p>
        </p:txBody>
      </p:sp>
      <p:sp>
        <p:nvSpPr>
          <p:cNvPr id="94" name="Text Placeholder 10">
            <a:extLst>
              <a:ext uri="{FF2B5EF4-FFF2-40B4-BE49-F238E27FC236}">
                <a16:creationId xmlns:a16="http://schemas.microsoft.com/office/drawing/2014/main" id="{022443DD-6245-3920-41C1-E0C7D75B3636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0262439" y="4902619"/>
            <a:ext cx="478917" cy="286536"/>
          </a:xfrm>
        </p:spPr>
        <p:txBody>
          <a:bodyPr>
            <a:noAutofit/>
          </a:bodyPr>
          <a:lstStyle>
            <a:lvl1pPr marL="0" indent="0" algn="r">
              <a:buNone/>
              <a:defRPr sz="1050" b="1">
                <a:solidFill>
                  <a:srgbClr val="F49D00"/>
                </a:solidFill>
                <a:latin typeface="Arial" pitchFamily="34"/>
                <a:ea typeface="Open Sans" pitchFamily="34"/>
                <a:cs typeface="Arial" pitchFamily="34"/>
              </a:defRPr>
            </a:lvl1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95" name="Text Placeholder 10">
            <a:extLst>
              <a:ext uri="{FF2B5EF4-FFF2-40B4-BE49-F238E27FC236}">
                <a16:creationId xmlns:a16="http://schemas.microsoft.com/office/drawing/2014/main" id="{8DAF1E90-4305-AB6F-66B9-15681A23ECBF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7827602" y="5189155"/>
            <a:ext cx="2440250" cy="286536"/>
          </a:xfrm>
        </p:spPr>
        <p:txBody>
          <a:bodyPr>
            <a:noAutofit/>
          </a:bodyPr>
          <a:lstStyle>
            <a:lvl1pPr marL="0" indent="0">
              <a:buNone/>
              <a:defRPr sz="1050">
                <a:latin typeface="Arial" pitchFamily="34"/>
                <a:ea typeface="Open Sans" pitchFamily="34"/>
                <a:cs typeface="Arial" pitchFamily="34"/>
              </a:defRPr>
            </a:lvl1pPr>
          </a:lstStyle>
          <a:p>
            <a:pPr lvl="0"/>
            <a:r>
              <a:rPr lang="en-GB"/>
              <a:t>Title</a:t>
            </a:r>
            <a:endParaRPr lang="en-US"/>
          </a:p>
        </p:txBody>
      </p:sp>
      <p:sp>
        <p:nvSpPr>
          <p:cNvPr id="96" name="Text Placeholder 10">
            <a:extLst>
              <a:ext uri="{FF2B5EF4-FFF2-40B4-BE49-F238E27FC236}">
                <a16:creationId xmlns:a16="http://schemas.microsoft.com/office/drawing/2014/main" id="{80E8CC95-B517-4AB4-A079-29C52E0566E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0262439" y="5189155"/>
            <a:ext cx="478917" cy="286536"/>
          </a:xfrm>
        </p:spPr>
        <p:txBody>
          <a:bodyPr>
            <a:noAutofit/>
          </a:bodyPr>
          <a:lstStyle>
            <a:lvl1pPr marL="0" indent="0" algn="r">
              <a:buNone/>
              <a:defRPr sz="1050" b="1">
                <a:solidFill>
                  <a:srgbClr val="F49D00"/>
                </a:solidFill>
                <a:latin typeface="Arial" pitchFamily="34"/>
                <a:ea typeface="Open Sans" pitchFamily="34"/>
                <a:cs typeface="Arial" pitchFamily="34"/>
              </a:defRPr>
            </a:lvl1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97" name="Text Placeholder 10">
            <a:extLst>
              <a:ext uri="{FF2B5EF4-FFF2-40B4-BE49-F238E27FC236}">
                <a16:creationId xmlns:a16="http://schemas.microsoft.com/office/drawing/2014/main" id="{461B6850-D1A6-9217-656D-BE9EFBF3A4C3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222296" y="5487735"/>
            <a:ext cx="2440250" cy="286536"/>
          </a:xfrm>
        </p:spPr>
        <p:txBody>
          <a:bodyPr>
            <a:noAutofit/>
          </a:bodyPr>
          <a:lstStyle>
            <a:lvl1pPr marL="0" indent="0">
              <a:buNone/>
              <a:defRPr sz="1050">
                <a:latin typeface="Arial" pitchFamily="34"/>
                <a:ea typeface="Open Sans" pitchFamily="34"/>
                <a:cs typeface="Arial" pitchFamily="34"/>
              </a:defRPr>
            </a:lvl1pPr>
          </a:lstStyle>
          <a:p>
            <a:pPr lvl="0"/>
            <a:r>
              <a:rPr lang="en-GB"/>
              <a:t>Title</a:t>
            </a:r>
            <a:endParaRPr lang="en-US"/>
          </a:p>
        </p:txBody>
      </p:sp>
      <p:sp>
        <p:nvSpPr>
          <p:cNvPr id="98" name="Text Placeholder 10">
            <a:extLst>
              <a:ext uri="{FF2B5EF4-FFF2-40B4-BE49-F238E27FC236}">
                <a16:creationId xmlns:a16="http://schemas.microsoft.com/office/drawing/2014/main" id="{2B9AB343-A541-7E05-22A0-A09EE99E424C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657142" y="5487735"/>
            <a:ext cx="478917" cy="286536"/>
          </a:xfrm>
        </p:spPr>
        <p:txBody>
          <a:bodyPr>
            <a:noAutofit/>
          </a:bodyPr>
          <a:lstStyle>
            <a:lvl1pPr marL="0" indent="0" algn="r">
              <a:buNone/>
              <a:defRPr sz="1050" b="1">
                <a:solidFill>
                  <a:srgbClr val="E84C22"/>
                </a:solidFill>
                <a:latin typeface="Arial" pitchFamily="34"/>
                <a:ea typeface="Open Sans" pitchFamily="34"/>
                <a:cs typeface="Arial" pitchFamily="34"/>
              </a:defRPr>
            </a:lvl1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99" name="Text Placeholder 10">
            <a:extLst>
              <a:ext uri="{FF2B5EF4-FFF2-40B4-BE49-F238E27FC236}">
                <a16:creationId xmlns:a16="http://schemas.microsoft.com/office/drawing/2014/main" id="{1850E7A6-4603-3423-651E-9F38E5135B49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777886" y="5487735"/>
            <a:ext cx="2440250" cy="286536"/>
          </a:xfrm>
        </p:spPr>
        <p:txBody>
          <a:bodyPr>
            <a:noAutofit/>
          </a:bodyPr>
          <a:lstStyle>
            <a:lvl1pPr marL="0" indent="0">
              <a:buNone/>
              <a:defRPr sz="1050">
                <a:latin typeface="Arial" pitchFamily="34"/>
                <a:ea typeface="Open Sans" pitchFamily="34"/>
                <a:cs typeface="Arial" pitchFamily="34"/>
              </a:defRPr>
            </a:lvl1pPr>
          </a:lstStyle>
          <a:p>
            <a:pPr lvl="0"/>
            <a:r>
              <a:rPr lang="en-GB"/>
              <a:t>Title</a:t>
            </a:r>
            <a:endParaRPr lang="en-US"/>
          </a:p>
        </p:txBody>
      </p:sp>
      <p:sp>
        <p:nvSpPr>
          <p:cNvPr id="100" name="Text Placeholder 10">
            <a:extLst>
              <a:ext uri="{FF2B5EF4-FFF2-40B4-BE49-F238E27FC236}">
                <a16:creationId xmlns:a16="http://schemas.microsoft.com/office/drawing/2014/main" id="{FA82E940-1E2C-AFCF-A9CC-496581257704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7212723" y="5487735"/>
            <a:ext cx="478917" cy="286536"/>
          </a:xfrm>
        </p:spPr>
        <p:txBody>
          <a:bodyPr>
            <a:noAutofit/>
          </a:bodyPr>
          <a:lstStyle>
            <a:lvl1pPr marL="0" indent="0" algn="r">
              <a:buNone/>
              <a:defRPr sz="1050" b="1">
                <a:solidFill>
                  <a:srgbClr val="F49D00"/>
                </a:solidFill>
                <a:latin typeface="Arial" pitchFamily="34"/>
                <a:ea typeface="Open Sans" pitchFamily="34"/>
                <a:cs typeface="Arial" pitchFamily="34"/>
              </a:defRPr>
            </a:lvl1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01" name="Text Placeholder 10">
            <a:extLst>
              <a:ext uri="{FF2B5EF4-FFF2-40B4-BE49-F238E27FC236}">
                <a16:creationId xmlns:a16="http://schemas.microsoft.com/office/drawing/2014/main" id="{158D9574-14BE-C381-8CE3-64439C9FF09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7827602" y="5490642"/>
            <a:ext cx="2440250" cy="286536"/>
          </a:xfrm>
        </p:spPr>
        <p:txBody>
          <a:bodyPr>
            <a:noAutofit/>
          </a:bodyPr>
          <a:lstStyle>
            <a:lvl1pPr marL="0" indent="0">
              <a:buNone/>
              <a:defRPr sz="1050">
                <a:latin typeface="Arial" pitchFamily="34"/>
                <a:ea typeface="Open Sans" pitchFamily="34"/>
                <a:cs typeface="Arial" pitchFamily="34"/>
              </a:defRPr>
            </a:lvl1pPr>
          </a:lstStyle>
          <a:p>
            <a:pPr lvl="0"/>
            <a:r>
              <a:rPr lang="en-GB"/>
              <a:t>Title</a:t>
            </a:r>
            <a:endParaRPr lang="en-US"/>
          </a:p>
        </p:txBody>
      </p:sp>
      <p:sp>
        <p:nvSpPr>
          <p:cNvPr id="102" name="Text Placeholder 10">
            <a:extLst>
              <a:ext uri="{FF2B5EF4-FFF2-40B4-BE49-F238E27FC236}">
                <a16:creationId xmlns:a16="http://schemas.microsoft.com/office/drawing/2014/main" id="{DB7126D5-239C-2C25-BA6C-CCAEC9BD5B26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0262439" y="5490642"/>
            <a:ext cx="478917" cy="286536"/>
          </a:xfrm>
        </p:spPr>
        <p:txBody>
          <a:bodyPr>
            <a:noAutofit/>
          </a:bodyPr>
          <a:lstStyle>
            <a:lvl1pPr marL="0" indent="0" algn="r">
              <a:buNone/>
              <a:defRPr sz="1050" b="1">
                <a:solidFill>
                  <a:srgbClr val="F49D00"/>
                </a:solidFill>
                <a:latin typeface="Arial" pitchFamily="34"/>
                <a:ea typeface="Open Sans" pitchFamily="34"/>
                <a:cs typeface="Arial" pitchFamily="34"/>
              </a:defRPr>
            </a:lvl1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03" name="Text Placeholder 10">
            <a:extLst>
              <a:ext uri="{FF2B5EF4-FFF2-40B4-BE49-F238E27FC236}">
                <a16:creationId xmlns:a16="http://schemas.microsoft.com/office/drawing/2014/main" id="{43070735-3454-CDDC-DE34-EB94059B8A9B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222296" y="5768592"/>
            <a:ext cx="2440250" cy="286536"/>
          </a:xfrm>
        </p:spPr>
        <p:txBody>
          <a:bodyPr>
            <a:noAutofit/>
          </a:bodyPr>
          <a:lstStyle>
            <a:lvl1pPr marL="0" indent="0">
              <a:buNone/>
              <a:defRPr sz="1050">
                <a:latin typeface="Arial" pitchFamily="34"/>
                <a:ea typeface="Open Sans" pitchFamily="34"/>
                <a:cs typeface="Arial" pitchFamily="34"/>
              </a:defRPr>
            </a:lvl1pPr>
          </a:lstStyle>
          <a:p>
            <a:pPr lvl="0"/>
            <a:r>
              <a:rPr lang="en-GB"/>
              <a:t>Title</a:t>
            </a:r>
            <a:endParaRPr lang="en-US"/>
          </a:p>
        </p:txBody>
      </p:sp>
      <p:sp>
        <p:nvSpPr>
          <p:cNvPr id="104" name="Text Placeholder 10">
            <a:extLst>
              <a:ext uri="{FF2B5EF4-FFF2-40B4-BE49-F238E27FC236}">
                <a16:creationId xmlns:a16="http://schemas.microsoft.com/office/drawing/2014/main" id="{F151EE8F-0D39-1684-FF2D-D085BB1630BF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657142" y="5768592"/>
            <a:ext cx="478917" cy="286536"/>
          </a:xfrm>
        </p:spPr>
        <p:txBody>
          <a:bodyPr>
            <a:noAutofit/>
          </a:bodyPr>
          <a:lstStyle>
            <a:lvl1pPr marL="0" indent="0" algn="r">
              <a:buNone/>
              <a:defRPr sz="1050" b="1">
                <a:solidFill>
                  <a:srgbClr val="E84C22"/>
                </a:solidFill>
                <a:latin typeface="Arial" pitchFamily="34"/>
                <a:ea typeface="Open Sans" pitchFamily="34"/>
                <a:cs typeface="Arial" pitchFamily="34"/>
              </a:defRPr>
            </a:lvl1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05" name="Text Placeholder 10">
            <a:extLst>
              <a:ext uri="{FF2B5EF4-FFF2-40B4-BE49-F238E27FC236}">
                <a16:creationId xmlns:a16="http://schemas.microsoft.com/office/drawing/2014/main" id="{0E1CF588-6804-278D-EF94-B2D1A472C330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777886" y="5768592"/>
            <a:ext cx="2440250" cy="286536"/>
          </a:xfrm>
        </p:spPr>
        <p:txBody>
          <a:bodyPr>
            <a:noAutofit/>
          </a:bodyPr>
          <a:lstStyle>
            <a:lvl1pPr marL="0" indent="0">
              <a:buNone/>
              <a:defRPr sz="1050">
                <a:latin typeface="Arial" pitchFamily="34"/>
                <a:ea typeface="Open Sans" pitchFamily="34"/>
                <a:cs typeface="Arial" pitchFamily="34"/>
              </a:defRPr>
            </a:lvl1pPr>
          </a:lstStyle>
          <a:p>
            <a:pPr lvl="0"/>
            <a:r>
              <a:rPr lang="en-GB"/>
              <a:t>Title</a:t>
            </a:r>
            <a:endParaRPr lang="en-US"/>
          </a:p>
        </p:txBody>
      </p:sp>
      <p:sp>
        <p:nvSpPr>
          <p:cNvPr id="106" name="Text Placeholder 10">
            <a:extLst>
              <a:ext uri="{FF2B5EF4-FFF2-40B4-BE49-F238E27FC236}">
                <a16:creationId xmlns:a16="http://schemas.microsoft.com/office/drawing/2014/main" id="{917BE144-BED5-5E87-8194-84E875A535E3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7212723" y="5768592"/>
            <a:ext cx="478917" cy="286536"/>
          </a:xfrm>
        </p:spPr>
        <p:txBody>
          <a:bodyPr>
            <a:noAutofit/>
          </a:bodyPr>
          <a:lstStyle>
            <a:lvl1pPr marL="0" indent="0" algn="r">
              <a:buNone/>
              <a:defRPr sz="1050" b="1">
                <a:solidFill>
                  <a:srgbClr val="F49D00"/>
                </a:solidFill>
                <a:latin typeface="Arial" pitchFamily="34"/>
                <a:ea typeface="Open Sans" pitchFamily="34"/>
                <a:cs typeface="Arial" pitchFamily="34"/>
              </a:defRPr>
            </a:lvl1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07" name="Text Placeholder 10">
            <a:extLst>
              <a:ext uri="{FF2B5EF4-FFF2-40B4-BE49-F238E27FC236}">
                <a16:creationId xmlns:a16="http://schemas.microsoft.com/office/drawing/2014/main" id="{33B6E6B3-7E56-5A74-8525-A9CBDDA70B60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7827602" y="5771500"/>
            <a:ext cx="2440250" cy="286536"/>
          </a:xfrm>
        </p:spPr>
        <p:txBody>
          <a:bodyPr>
            <a:noAutofit/>
          </a:bodyPr>
          <a:lstStyle>
            <a:lvl1pPr marL="0" indent="0">
              <a:buNone/>
              <a:defRPr sz="1050">
                <a:latin typeface="Arial" pitchFamily="34"/>
                <a:ea typeface="Open Sans" pitchFamily="34"/>
                <a:cs typeface="Arial" pitchFamily="34"/>
              </a:defRPr>
            </a:lvl1pPr>
          </a:lstStyle>
          <a:p>
            <a:pPr lvl="0"/>
            <a:r>
              <a:rPr lang="en-GB"/>
              <a:t>Title</a:t>
            </a:r>
            <a:endParaRPr lang="en-US"/>
          </a:p>
        </p:txBody>
      </p:sp>
      <p:sp>
        <p:nvSpPr>
          <p:cNvPr id="108" name="Text Placeholder 10">
            <a:extLst>
              <a:ext uri="{FF2B5EF4-FFF2-40B4-BE49-F238E27FC236}">
                <a16:creationId xmlns:a16="http://schemas.microsoft.com/office/drawing/2014/main" id="{3E99AB4E-3AC5-08D4-23DB-927734E14872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10262439" y="5771500"/>
            <a:ext cx="478917" cy="286536"/>
          </a:xfrm>
        </p:spPr>
        <p:txBody>
          <a:bodyPr>
            <a:noAutofit/>
          </a:bodyPr>
          <a:lstStyle>
            <a:lvl1pPr marL="0" indent="0" algn="r">
              <a:buNone/>
              <a:defRPr sz="1050" b="1">
                <a:solidFill>
                  <a:srgbClr val="F49D00"/>
                </a:solidFill>
                <a:latin typeface="Arial" pitchFamily="34"/>
                <a:ea typeface="Open Sans" pitchFamily="34"/>
                <a:cs typeface="Arial" pitchFamily="34"/>
              </a:defRPr>
            </a:lvl1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09" name="Google Shape;39;p22">
            <a:extLst>
              <a:ext uri="{FF2B5EF4-FFF2-40B4-BE49-F238E27FC236}">
                <a16:creationId xmlns:a16="http://schemas.microsoft.com/office/drawing/2014/main" id="{8582ACCC-2719-0B43-6396-19BA764A05AC}"/>
              </a:ext>
            </a:extLst>
          </p:cNvPr>
          <p:cNvSpPr txBox="1"/>
          <p:nvPr/>
        </p:nvSpPr>
        <p:spPr>
          <a:xfrm>
            <a:off x="271101" y="6526740"/>
            <a:ext cx="3743955" cy="16927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1" i="0" u="none" strike="noStrike" kern="1200" cap="none" spc="0" baseline="0">
                <a:solidFill>
                  <a:srgbClr val="000000"/>
                </a:solidFill>
                <a:uFillTx/>
                <a:latin typeface="Lato" pitchFamily="34"/>
                <a:ea typeface="Lato" pitchFamily="34"/>
                <a:cs typeface="Lato" pitchFamily="34"/>
              </a:rPr>
              <a:t>Professional Issues and Ethics in </a:t>
            </a:r>
            <a:r>
              <a:rPr lang="en-US" sz="1100" b="1" i="0" u="none" strike="noStrike" kern="1200" cap="none" spc="0" baseline="0">
                <a:solidFill>
                  <a:srgbClr val="C59B00"/>
                </a:solidFill>
                <a:uFillTx/>
                <a:latin typeface="Lato" pitchFamily="34"/>
                <a:ea typeface="Lato" pitchFamily="34"/>
                <a:cs typeface="Lato" pitchFamily="34"/>
              </a:rPr>
              <a:t>Information Technology</a:t>
            </a:r>
            <a:endParaRPr lang="en-AU" sz="1100" b="0" i="0" u="none" strike="noStrike" kern="1200" cap="none" spc="0" baseline="0">
              <a:solidFill>
                <a:srgbClr val="C59B00"/>
              </a:solidFill>
              <a:uFillTx/>
              <a:latin typeface="Lato" pitchFamily="34"/>
              <a:ea typeface="Lato" pitchFamily="34"/>
              <a:cs typeface="Lato" pitchFamily="34"/>
            </a:endParaRPr>
          </a:p>
        </p:txBody>
      </p:sp>
      <p:sp>
        <p:nvSpPr>
          <p:cNvPr id="110" name="Rectangle 10">
            <a:extLst>
              <a:ext uri="{FF2B5EF4-FFF2-40B4-BE49-F238E27FC236}">
                <a16:creationId xmlns:a16="http://schemas.microsoft.com/office/drawing/2014/main" id="{5F70908B-24CE-23C8-3EFC-56001C7471AE}"/>
              </a:ext>
            </a:extLst>
          </p:cNvPr>
          <p:cNvSpPr/>
          <p:nvPr/>
        </p:nvSpPr>
        <p:spPr>
          <a:xfrm>
            <a:off x="-466" y="146313"/>
            <a:ext cx="162562" cy="742319"/>
          </a:xfrm>
          <a:prstGeom prst="rect">
            <a:avLst/>
          </a:prstGeom>
          <a:solidFill>
            <a:srgbClr val="FFCC0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Lato" pitchFamily="34"/>
              <a:ea typeface="Lato" pitchFamily="34"/>
              <a:cs typeface="Lato" pitchFamily="34"/>
            </a:endParaRPr>
          </a:p>
        </p:txBody>
      </p:sp>
      <p:cxnSp>
        <p:nvCxnSpPr>
          <p:cNvPr id="111" name="Straight Connector 11">
            <a:extLst>
              <a:ext uri="{FF2B5EF4-FFF2-40B4-BE49-F238E27FC236}">
                <a16:creationId xmlns:a16="http://schemas.microsoft.com/office/drawing/2014/main" id="{30135D16-7C47-C2EC-1F32-E7643B82A47A}"/>
              </a:ext>
            </a:extLst>
          </p:cNvPr>
          <p:cNvCxnSpPr/>
          <p:nvPr/>
        </p:nvCxnSpPr>
        <p:spPr>
          <a:xfrm>
            <a:off x="274320" y="996595"/>
            <a:ext cx="11739881" cy="0"/>
          </a:xfrm>
          <a:prstGeom prst="straightConnector1">
            <a:avLst/>
          </a:prstGeom>
          <a:noFill/>
          <a:ln w="19046" cap="flat">
            <a:solidFill>
              <a:srgbClr val="09090B"/>
            </a:solidFill>
            <a:prstDash val="solid"/>
            <a:miter/>
          </a:ln>
        </p:spPr>
      </p:cxnSp>
      <p:sp>
        <p:nvSpPr>
          <p:cNvPr id="112" name="Rectangle 12">
            <a:extLst>
              <a:ext uri="{FF2B5EF4-FFF2-40B4-BE49-F238E27FC236}">
                <a16:creationId xmlns:a16="http://schemas.microsoft.com/office/drawing/2014/main" id="{B3AC556D-0CF0-25A5-7423-905AC249CF62}"/>
              </a:ext>
            </a:extLst>
          </p:cNvPr>
          <p:cNvSpPr/>
          <p:nvPr/>
        </p:nvSpPr>
        <p:spPr>
          <a:xfrm>
            <a:off x="-1207190" y="2436363"/>
            <a:ext cx="767081" cy="767081"/>
          </a:xfrm>
          <a:prstGeom prst="rect">
            <a:avLst/>
          </a:prstGeom>
          <a:solidFill>
            <a:srgbClr val="FADBD3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AU" sz="1800" b="0" i="0" u="none" strike="noStrike" kern="1200" cap="none" spc="0" baseline="0">
              <a:solidFill>
                <a:srgbClr val="FFFFFF"/>
              </a:solidFill>
              <a:uFillTx/>
              <a:latin typeface="Lato"/>
            </a:endParaRPr>
          </a:p>
        </p:txBody>
      </p:sp>
      <p:sp>
        <p:nvSpPr>
          <p:cNvPr id="113" name="Rectangle 13">
            <a:extLst>
              <a:ext uri="{FF2B5EF4-FFF2-40B4-BE49-F238E27FC236}">
                <a16:creationId xmlns:a16="http://schemas.microsoft.com/office/drawing/2014/main" id="{EE90A2EE-1778-B8C4-20DB-439B0278CEF5}"/>
              </a:ext>
            </a:extLst>
          </p:cNvPr>
          <p:cNvSpPr/>
          <p:nvPr/>
        </p:nvSpPr>
        <p:spPr>
          <a:xfrm>
            <a:off x="-1207190" y="3654555"/>
            <a:ext cx="767081" cy="767081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AU" sz="1800" b="0" i="0" u="none" strike="noStrike" kern="1200" cap="none" spc="0" baseline="0">
              <a:solidFill>
                <a:srgbClr val="FFFFFF"/>
              </a:solidFill>
              <a:uFillTx/>
              <a:latin typeface="Lato"/>
            </a:endParaRPr>
          </a:p>
        </p:txBody>
      </p:sp>
      <p:sp>
        <p:nvSpPr>
          <p:cNvPr id="114" name="Rectangle 14">
            <a:extLst>
              <a:ext uri="{FF2B5EF4-FFF2-40B4-BE49-F238E27FC236}">
                <a16:creationId xmlns:a16="http://schemas.microsoft.com/office/drawing/2014/main" id="{9D30A98E-1288-60C9-F861-0D5321A2C6B1}"/>
              </a:ext>
            </a:extLst>
          </p:cNvPr>
          <p:cNvSpPr/>
          <p:nvPr/>
        </p:nvSpPr>
        <p:spPr>
          <a:xfrm>
            <a:off x="-1207190" y="4872737"/>
            <a:ext cx="767081" cy="767081"/>
          </a:xfrm>
          <a:prstGeom prst="rect">
            <a:avLst/>
          </a:prstGeom>
          <a:solidFill>
            <a:srgbClr val="0D0D0D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AU" sz="1800" b="0" i="0" u="none" strike="noStrike" kern="1200" cap="none" spc="0" baseline="0">
              <a:solidFill>
                <a:srgbClr val="FFFFFF"/>
              </a:solidFill>
              <a:uFillTx/>
              <a:latin typeface="Lato"/>
            </a:endParaRPr>
          </a:p>
        </p:txBody>
      </p:sp>
      <p:sp>
        <p:nvSpPr>
          <p:cNvPr id="115" name="Rectangle 15">
            <a:extLst>
              <a:ext uri="{FF2B5EF4-FFF2-40B4-BE49-F238E27FC236}">
                <a16:creationId xmlns:a16="http://schemas.microsoft.com/office/drawing/2014/main" id="{8257E36F-4B47-9C30-8E93-6A5D84CCBAB3}"/>
              </a:ext>
            </a:extLst>
          </p:cNvPr>
          <p:cNvSpPr/>
          <p:nvPr/>
        </p:nvSpPr>
        <p:spPr>
          <a:xfrm>
            <a:off x="-1207190" y="6090918"/>
            <a:ext cx="767081" cy="767081"/>
          </a:xfrm>
          <a:prstGeom prst="rect">
            <a:avLst/>
          </a:prstGeom>
          <a:solidFill>
            <a:srgbClr val="FFCC0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AU" sz="1800" b="0" i="0" u="none" strike="noStrike" kern="1200" cap="none" spc="0" baseline="0">
              <a:solidFill>
                <a:srgbClr val="FFFFFF"/>
              </a:solidFill>
              <a:uFillTx/>
              <a:latin typeface="Lato"/>
            </a:endParaRPr>
          </a:p>
        </p:txBody>
      </p:sp>
      <p:sp>
        <p:nvSpPr>
          <p:cNvPr id="116" name="Title 1">
            <a:extLst>
              <a:ext uri="{FF2B5EF4-FFF2-40B4-BE49-F238E27FC236}">
                <a16:creationId xmlns:a16="http://schemas.microsoft.com/office/drawing/2014/main" id="{2342F9A6-1FA5-0FEE-8653-F2EED5A6F68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4320" y="146313"/>
            <a:ext cx="10759443" cy="742319"/>
          </a:xfrm>
        </p:spPr>
        <p:txBody>
          <a:bodyPr/>
          <a:lstStyle>
            <a:lvl1pPr>
              <a:defRPr sz="1800">
                <a:latin typeface="Lato" pitchFamily="34"/>
                <a:ea typeface="Lato" pitchFamily="34"/>
                <a:cs typeface="Lato" pitchFamily="34"/>
              </a:defRPr>
            </a:lvl1pPr>
          </a:lstStyle>
          <a:p>
            <a:pPr lvl="0"/>
            <a:r>
              <a:rPr lang="en-GB"/>
              <a:t>…</a:t>
            </a:r>
            <a:endParaRPr lang="en-US"/>
          </a:p>
        </p:txBody>
      </p:sp>
      <p:pic>
        <p:nvPicPr>
          <p:cNvPr id="117" name="Picture 2">
            <a:extLst>
              <a:ext uri="{FF2B5EF4-FFF2-40B4-BE49-F238E27FC236}">
                <a16:creationId xmlns:a16="http://schemas.microsoft.com/office/drawing/2014/main" id="{B8D4957F-D7AD-A897-A972-AE517416D2A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1176446" y="223387"/>
            <a:ext cx="901324" cy="624169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18" name="Rectangle 21">
            <a:extLst>
              <a:ext uri="{FF2B5EF4-FFF2-40B4-BE49-F238E27FC236}">
                <a16:creationId xmlns:a16="http://schemas.microsoft.com/office/drawing/2014/main" id="{7650B623-B9FD-1C36-79B5-71BFA784A115}"/>
              </a:ext>
            </a:extLst>
          </p:cNvPr>
          <p:cNvSpPr/>
          <p:nvPr/>
        </p:nvSpPr>
        <p:spPr>
          <a:xfrm>
            <a:off x="-1207190" y="1218181"/>
            <a:ext cx="767081" cy="767081"/>
          </a:xfrm>
          <a:prstGeom prst="rect">
            <a:avLst/>
          </a:prstGeom>
          <a:solidFill>
            <a:srgbClr val="BFBFB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AU" sz="1800" b="0" i="0" u="none" strike="noStrike" kern="1200" cap="none" spc="0" baseline="0">
              <a:solidFill>
                <a:srgbClr val="FFFFFF"/>
              </a:solidFill>
              <a:uFillTx/>
              <a:latin typeface="Lato"/>
            </a:endParaRPr>
          </a:p>
        </p:txBody>
      </p:sp>
      <p:sp>
        <p:nvSpPr>
          <p:cNvPr id="119" name="Rectangle 22">
            <a:extLst>
              <a:ext uri="{FF2B5EF4-FFF2-40B4-BE49-F238E27FC236}">
                <a16:creationId xmlns:a16="http://schemas.microsoft.com/office/drawing/2014/main" id="{F0784ACC-21CE-D2A4-F2E9-909FC853A8D3}"/>
              </a:ext>
            </a:extLst>
          </p:cNvPr>
          <p:cNvSpPr/>
          <p:nvPr/>
        </p:nvSpPr>
        <p:spPr>
          <a:xfrm>
            <a:off x="-1207190" y="0"/>
            <a:ext cx="767081" cy="767081"/>
          </a:xfrm>
          <a:prstGeom prst="rect">
            <a:avLst/>
          </a:prstGeom>
          <a:solidFill>
            <a:srgbClr val="B53513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AU" sz="1800" b="0" i="0" u="none" strike="noStrike" kern="1200" cap="none" spc="0" baseline="0">
              <a:solidFill>
                <a:srgbClr val="FFFFFF"/>
              </a:solidFill>
              <a:uFillTx/>
              <a:latin typeface="Lato"/>
            </a:endParaRPr>
          </a:p>
        </p:txBody>
      </p:sp>
      <p:sp>
        <p:nvSpPr>
          <p:cNvPr id="120" name="Rectangle 25">
            <a:extLst>
              <a:ext uri="{FF2B5EF4-FFF2-40B4-BE49-F238E27FC236}">
                <a16:creationId xmlns:a16="http://schemas.microsoft.com/office/drawing/2014/main" id="{238BB748-2DEE-61A9-A99C-53F2BDBED70E}"/>
              </a:ext>
            </a:extLst>
          </p:cNvPr>
          <p:cNvSpPr/>
          <p:nvPr/>
        </p:nvSpPr>
        <p:spPr>
          <a:xfrm>
            <a:off x="5353885" y="6495687"/>
            <a:ext cx="1484226" cy="21599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AU" sz="1100" b="1" i="0" u="none" strike="noStrike" kern="1200" cap="none" spc="0" baseline="0">
                <a:solidFill>
                  <a:srgbClr val="C59B00"/>
                </a:solidFill>
                <a:uFillTx/>
                <a:latin typeface="Lato" pitchFamily="34"/>
                <a:ea typeface="Lato" pitchFamily="34"/>
                <a:cs typeface="Lato" pitchFamily="34"/>
              </a:rPr>
              <a:t>Appendix</a:t>
            </a:r>
          </a:p>
        </p:txBody>
      </p:sp>
      <p:cxnSp>
        <p:nvCxnSpPr>
          <p:cNvPr id="121" name="Straight Connector 26">
            <a:extLst>
              <a:ext uri="{FF2B5EF4-FFF2-40B4-BE49-F238E27FC236}">
                <a16:creationId xmlns:a16="http://schemas.microsoft.com/office/drawing/2014/main" id="{A0F0B6E5-8B56-2A5A-86A1-95F8603F6027}"/>
              </a:ext>
            </a:extLst>
          </p:cNvPr>
          <p:cNvCxnSpPr/>
          <p:nvPr/>
        </p:nvCxnSpPr>
        <p:spPr>
          <a:xfrm>
            <a:off x="5353885" y="6709830"/>
            <a:ext cx="1484226" cy="0"/>
          </a:xfrm>
          <a:prstGeom prst="straightConnector1">
            <a:avLst/>
          </a:prstGeom>
          <a:noFill/>
          <a:ln w="6345" cap="flat">
            <a:solidFill>
              <a:srgbClr val="C59B00"/>
            </a:solidFill>
            <a:prstDash val="solid"/>
            <a:miter/>
          </a:ln>
        </p:spPr>
      </p:cxnSp>
    </p:spTree>
    <p:extLst>
      <p:ext uri="{BB962C8B-B14F-4D97-AF65-F5344CB8AC3E}">
        <p14:creationId xmlns:p14="http://schemas.microsoft.com/office/powerpoint/2010/main" val="42481011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Appendix 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9;p22">
            <a:extLst>
              <a:ext uri="{FF2B5EF4-FFF2-40B4-BE49-F238E27FC236}">
                <a16:creationId xmlns:a16="http://schemas.microsoft.com/office/drawing/2014/main" id="{3C66B056-3B80-481B-0786-ECE5F2C8F532}"/>
              </a:ext>
            </a:extLst>
          </p:cNvPr>
          <p:cNvSpPr txBox="1"/>
          <p:nvPr/>
        </p:nvSpPr>
        <p:spPr>
          <a:xfrm>
            <a:off x="271101" y="6526740"/>
            <a:ext cx="3743955" cy="16927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100" b="1" i="0" u="none" strike="noStrike" kern="1200" cap="none" spc="0" baseline="0">
                <a:solidFill>
                  <a:srgbClr val="000000"/>
                </a:solidFill>
                <a:uFillTx/>
                <a:latin typeface="Lato" pitchFamily="34"/>
                <a:ea typeface="Lato" pitchFamily="34"/>
                <a:cs typeface="Lato" pitchFamily="34"/>
              </a:rPr>
              <a:t>Professional Issues and Ethics in </a:t>
            </a:r>
            <a:r>
              <a:rPr lang="en-US" sz="1100" b="1" i="0" u="none" strike="noStrike" kern="1200" cap="none" spc="0" baseline="0">
                <a:solidFill>
                  <a:srgbClr val="C59B00"/>
                </a:solidFill>
                <a:uFillTx/>
                <a:latin typeface="Lato" pitchFamily="34"/>
                <a:ea typeface="Lato" pitchFamily="34"/>
                <a:cs typeface="Lato" pitchFamily="34"/>
              </a:rPr>
              <a:t>Information Technology</a:t>
            </a:r>
            <a:endParaRPr lang="en-AU" sz="1100" b="0" i="0" u="none" strike="noStrike" kern="1200" cap="none" spc="0" baseline="0">
              <a:solidFill>
                <a:srgbClr val="C59B00"/>
              </a:solidFill>
              <a:uFillTx/>
              <a:latin typeface="Lato" pitchFamily="34"/>
              <a:ea typeface="Lato" pitchFamily="34"/>
              <a:cs typeface="Lato" pitchFamily="34"/>
            </a:endParaRPr>
          </a:p>
        </p:txBody>
      </p:sp>
      <p:sp>
        <p:nvSpPr>
          <p:cNvPr id="3" name="Google Shape;40;p22">
            <a:extLst>
              <a:ext uri="{FF2B5EF4-FFF2-40B4-BE49-F238E27FC236}">
                <a16:creationId xmlns:a16="http://schemas.microsoft.com/office/drawing/2014/main" id="{43609A27-1A89-287B-2A86-34C74B8BBD42}"/>
              </a:ext>
            </a:extLst>
          </p:cNvPr>
          <p:cNvSpPr txBox="1"/>
          <p:nvPr/>
        </p:nvSpPr>
        <p:spPr>
          <a:xfrm>
            <a:off x="11644911" y="6511350"/>
            <a:ext cx="275993" cy="18466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53F0C73A-0C44-4F8E-83F7-5DBDEB4E4D24}" type="slidenum">
              <a:t>‹#›</a:t>
            </a:fld>
            <a:endParaRPr lang="en-AU" sz="1200" b="0" i="0" u="none" strike="noStrike" kern="1200" cap="none" spc="0" baseline="0">
              <a:solidFill>
                <a:srgbClr val="948A54"/>
              </a:solidFill>
              <a:uFillTx/>
              <a:latin typeface="Lato" pitchFamily="34"/>
              <a:ea typeface="Lato" pitchFamily="34"/>
              <a:cs typeface="Lato" pitchFamily="34"/>
            </a:endParaRPr>
          </a:p>
        </p:txBody>
      </p:sp>
      <p:sp>
        <p:nvSpPr>
          <p:cNvPr id="4" name="Rectangle 19">
            <a:extLst>
              <a:ext uri="{FF2B5EF4-FFF2-40B4-BE49-F238E27FC236}">
                <a16:creationId xmlns:a16="http://schemas.microsoft.com/office/drawing/2014/main" id="{CE8B7799-D778-79C2-ADD5-87688CD30883}"/>
              </a:ext>
            </a:extLst>
          </p:cNvPr>
          <p:cNvSpPr/>
          <p:nvPr/>
        </p:nvSpPr>
        <p:spPr>
          <a:xfrm>
            <a:off x="-466" y="146313"/>
            <a:ext cx="162562" cy="742319"/>
          </a:xfrm>
          <a:prstGeom prst="rect">
            <a:avLst/>
          </a:prstGeom>
          <a:solidFill>
            <a:srgbClr val="FFCC0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Lato" pitchFamily="34"/>
              <a:ea typeface="Lato" pitchFamily="34"/>
              <a:cs typeface="Lato" pitchFamily="34"/>
            </a:endParaRPr>
          </a:p>
        </p:txBody>
      </p:sp>
      <p:cxnSp>
        <p:nvCxnSpPr>
          <p:cNvPr id="5" name="Straight Connector 20">
            <a:extLst>
              <a:ext uri="{FF2B5EF4-FFF2-40B4-BE49-F238E27FC236}">
                <a16:creationId xmlns:a16="http://schemas.microsoft.com/office/drawing/2014/main" id="{632150C1-A0D9-A66B-4CE6-CADC8A27171C}"/>
              </a:ext>
            </a:extLst>
          </p:cNvPr>
          <p:cNvCxnSpPr/>
          <p:nvPr/>
        </p:nvCxnSpPr>
        <p:spPr>
          <a:xfrm>
            <a:off x="274320" y="996595"/>
            <a:ext cx="11739881" cy="0"/>
          </a:xfrm>
          <a:prstGeom prst="straightConnector1">
            <a:avLst/>
          </a:prstGeom>
          <a:noFill/>
          <a:ln w="19046" cap="flat">
            <a:solidFill>
              <a:srgbClr val="09090B"/>
            </a:solidFill>
            <a:prstDash val="solid"/>
            <a:miter/>
          </a:ln>
        </p:spPr>
      </p:cxnSp>
      <p:sp>
        <p:nvSpPr>
          <p:cNvPr id="6" name="Rectangle 6">
            <a:extLst>
              <a:ext uri="{FF2B5EF4-FFF2-40B4-BE49-F238E27FC236}">
                <a16:creationId xmlns:a16="http://schemas.microsoft.com/office/drawing/2014/main" id="{21013D29-0C8E-5D12-FBDB-C54F8FF2FF57}"/>
              </a:ext>
            </a:extLst>
          </p:cNvPr>
          <p:cNvSpPr/>
          <p:nvPr/>
        </p:nvSpPr>
        <p:spPr>
          <a:xfrm>
            <a:off x="5353885" y="6495687"/>
            <a:ext cx="1484226" cy="21599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AU" sz="1100" b="1" i="0" u="none" strike="noStrike" kern="1200" cap="none" spc="0" baseline="0">
                <a:solidFill>
                  <a:srgbClr val="C59B00"/>
                </a:solidFill>
                <a:uFillTx/>
                <a:latin typeface="Lato" pitchFamily="34"/>
                <a:ea typeface="Lato" pitchFamily="34"/>
                <a:cs typeface="Lato" pitchFamily="34"/>
              </a:rPr>
              <a:t>Appendix</a:t>
            </a:r>
          </a:p>
        </p:txBody>
      </p:sp>
      <p:cxnSp>
        <p:nvCxnSpPr>
          <p:cNvPr id="7" name="Straight Connector 30">
            <a:extLst>
              <a:ext uri="{FF2B5EF4-FFF2-40B4-BE49-F238E27FC236}">
                <a16:creationId xmlns:a16="http://schemas.microsoft.com/office/drawing/2014/main" id="{931D9EE5-8160-4409-3CAE-749BF762FA8A}"/>
              </a:ext>
            </a:extLst>
          </p:cNvPr>
          <p:cNvCxnSpPr/>
          <p:nvPr/>
        </p:nvCxnSpPr>
        <p:spPr>
          <a:xfrm>
            <a:off x="5353885" y="6709830"/>
            <a:ext cx="1484226" cy="0"/>
          </a:xfrm>
          <a:prstGeom prst="straightConnector1">
            <a:avLst/>
          </a:prstGeom>
          <a:noFill/>
          <a:ln w="6345" cap="flat">
            <a:solidFill>
              <a:srgbClr val="C59B00"/>
            </a:solidFill>
            <a:prstDash val="solid"/>
            <a:miter/>
          </a:ln>
        </p:spPr>
      </p:cxnSp>
      <p:sp>
        <p:nvSpPr>
          <p:cNvPr id="8" name="Rectangle 2229">
            <a:extLst>
              <a:ext uri="{FF2B5EF4-FFF2-40B4-BE49-F238E27FC236}">
                <a16:creationId xmlns:a16="http://schemas.microsoft.com/office/drawing/2014/main" id="{0A6C0981-5229-0877-543C-57561F6501D7}"/>
              </a:ext>
            </a:extLst>
          </p:cNvPr>
          <p:cNvSpPr/>
          <p:nvPr/>
        </p:nvSpPr>
        <p:spPr>
          <a:xfrm>
            <a:off x="-1207190" y="2436363"/>
            <a:ext cx="767081" cy="767081"/>
          </a:xfrm>
          <a:prstGeom prst="rect">
            <a:avLst/>
          </a:prstGeom>
          <a:solidFill>
            <a:srgbClr val="FADBD3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AU" sz="1800" b="0" i="0" u="none" strike="noStrike" kern="1200" cap="none" spc="0" baseline="0">
              <a:solidFill>
                <a:srgbClr val="FFFFFF"/>
              </a:solidFill>
              <a:uFillTx/>
              <a:latin typeface="Lato"/>
            </a:endParaRPr>
          </a:p>
        </p:txBody>
      </p:sp>
      <p:sp>
        <p:nvSpPr>
          <p:cNvPr id="9" name="Rectangle 2230">
            <a:extLst>
              <a:ext uri="{FF2B5EF4-FFF2-40B4-BE49-F238E27FC236}">
                <a16:creationId xmlns:a16="http://schemas.microsoft.com/office/drawing/2014/main" id="{2D76E45B-8705-218B-BB24-D798CF16D0CE}"/>
              </a:ext>
            </a:extLst>
          </p:cNvPr>
          <p:cNvSpPr/>
          <p:nvPr/>
        </p:nvSpPr>
        <p:spPr>
          <a:xfrm>
            <a:off x="-1207190" y="3654555"/>
            <a:ext cx="767081" cy="767081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AU" sz="1800" b="0" i="0" u="none" strike="noStrike" kern="1200" cap="none" spc="0" baseline="0">
              <a:solidFill>
                <a:srgbClr val="FFFFFF"/>
              </a:solidFill>
              <a:uFillTx/>
              <a:latin typeface="Lato"/>
            </a:endParaRPr>
          </a:p>
        </p:txBody>
      </p:sp>
      <p:sp>
        <p:nvSpPr>
          <p:cNvPr id="10" name="Rectangle 2231">
            <a:extLst>
              <a:ext uri="{FF2B5EF4-FFF2-40B4-BE49-F238E27FC236}">
                <a16:creationId xmlns:a16="http://schemas.microsoft.com/office/drawing/2014/main" id="{5882E190-FE49-C13F-D2C6-EA6ECA4584E7}"/>
              </a:ext>
            </a:extLst>
          </p:cNvPr>
          <p:cNvSpPr/>
          <p:nvPr/>
        </p:nvSpPr>
        <p:spPr>
          <a:xfrm>
            <a:off x="-1207190" y="4872737"/>
            <a:ext cx="767081" cy="767081"/>
          </a:xfrm>
          <a:prstGeom prst="rect">
            <a:avLst/>
          </a:prstGeom>
          <a:solidFill>
            <a:srgbClr val="0D0D0D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AU" sz="1800" b="0" i="0" u="none" strike="noStrike" kern="1200" cap="none" spc="0" baseline="0">
              <a:solidFill>
                <a:srgbClr val="FFFFFF"/>
              </a:solidFill>
              <a:uFillTx/>
              <a:latin typeface="Lato"/>
            </a:endParaRPr>
          </a:p>
        </p:txBody>
      </p:sp>
      <p:sp>
        <p:nvSpPr>
          <p:cNvPr id="11" name="Rectangle 2232">
            <a:extLst>
              <a:ext uri="{FF2B5EF4-FFF2-40B4-BE49-F238E27FC236}">
                <a16:creationId xmlns:a16="http://schemas.microsoft.com/office/drawing/2014/main" id="{D792A084-216F-A6F5-56D6-ECD216D74AC1}"/>
              </a:ext>
            </a:extLst>
          </p:cNvPr>
          <p:cNvSpPr/>
          <p:nvPr/>
        </p:nvSpPr>
        <p:spPr>
          <a:xfrm>
            <a:off x="-1207190" y="6090918"/>
            <a:ext cx="767081" cy="767081"/>
          </a:xfrm>
          <a:prstGeom prst="rect">
            <a:avLst/>
          </a:prstGeom>
          <a:solidFill>
            <a:srgbClr val="FFCC0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AU" sz="1800" b="0" i="0" u="none" strike="noStrike" kern="1200" cap="none" spc="0" baseline="0">
              <a:solidFill>
                <a:srgbClr val="FFFFFF"/>
              </a:solidFill>
              <a:uFillTx/>
              <a:latin typeface="Lato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BBAA0D47-5F38-8C2B-8FB4-5F77E3EAD58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4320" y="146313"/>
            <a:ext cx="10759443" cy="742319"/>
          </a:xfrm>
        </p:spPr>
        <p:txBody>
          <a:bodyPr/>
          <a:lstStyle>
            <a:lvl1pPr>
              <a:defRPr sz="1800">
                <a:latin typeface="Lato" pitchFamily="34"/>
                <a:ea typeface="Lato" pitchFamily="34"/>
                <a:cs typeface="Lato" pitchFamily="34"/>
              </a:defRPr>
            </a:lvl1pPr>
          </a:lstStyle>
          <a:p>
            <a:pPr lvl="0"/>
            <a:r>
              <a:rPr lang="en-GB"/>
              <a:t>…</a:t>
            </a:r>
            <a:endParaRPr lang="en-US"/>
          </a:p>
        </p:txBody>
      </p:sp>
      <p:pic>
        <p:nvPicPr>
          <p:cNvPr id="13" name="Picture 2">
            <a:extLst>
              <a:ext uri="{FF2B5EF4-FFF2-40B4-BE49-F238E27FC236}">
                <a16:creationId xmlns:a16="http://schemas.microsoft.com/office/drawing/2014/main" id="{4B138B08-5563-B5B1-336B-1ECF50615BF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1176446" y="223387"/>
            <a:ext cx="901324" cy="624169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4" name="Rectangle 4">
            <a:extLst>
              <a:ext uri="{FF2B5EF4-FFF2-40B4-BE49-F238E27FC236}">
                <a16:creationId xmlns:a16="http://schemas.microsoft.com/office/drawing/2014/main" id="{9C6EFB4F-E368-BE89-C7D2-566D33B2FB20}"/>
              </a:ext>
            </a:extLst>
          </p:cNvPr>
          <p:cNvSpPr/>
          <p:nvPr/>
        </p:nvSpPr>
        <p:spPr>
          <a:xfrm>
            <a:off x="-1207190" y="1218181"/>
            <a:ext cx="767081" cy="767081"/>
          </a:xfrm>
          <a:prstGeom prst="rect">
            <a:avLst/>
          </a:prstGeom>
          <a:solidFill>
            <a:srgbClr val="BFBFB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AU" sz="1800" b="0" i="0" u="none" strike="noStrike" kern="1200" cap="none" spc="0" baseline="0">
              <a:solidFill>
                <a:srgbClr val="FFFFFF"/>
              </a:solidFill>
              <a:uFillTx/>
              <a:latin typeface="Lato"/>
            </a:endParaRPr>
          </a:p>
        </p:txBody>
      </p:sp>
      <p:sp>
        <p:nvSpPr>
          <p:cNvPr id="15" name="Rectangle 7">
            <a:extLst>
              <a:ext uri="{FF2B5EF4-FFF2-40B4-BE49-F238E27FC236}">
                <a16:creationId xmlns:a16="http://schemas.microsoft.com/office/drawing/2014/main" id="{9799E6EE-CF88-C835-FA8A-93E107ECDDBA}"/>
              </a:ext>
            </a:extLst>
          </p:cNvPr>
          <p:cNvSpPr/>
          <p:nvPr/>
        </p:nvSpPr>
        <p:spPr>
          <a:xfrm>
            <a:off x="-1207190" y="0"/>
            <a:ext cx="767081" cy="767081"/>
          </a:xfrm>
          <a:prstGeom prst="rect">
            <a:avLst/>
          </a:prstGeom>
          <a:solidFill>
            <a:srgbClr val="B53513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AU" sz="1800" b="0" i="0" u="none" strike="noStrike" kern="1200" cap="none" spc="0" baseline="0">
              <a:solidFill>
                <a:srgbClr val="FFFFFF"/>
              </a:solidFill>
              <a:uFillTx/>
              <a:latin typeface="Lato"/>
            </a:endParaRP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91714461-9498-09AE-2CD0-11CD8E4B86DC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274320" y="6156966"/>
            <a:ext cx="11739881" cy="213046"/>
          </a:xfrm>
        </p:spPr>
        <p:txBody>
          <a:bodyPr anchor="ctr"/>
          <a:lstStyle>
            <a:lvl1pPr marL="0" indent="0">
              <a:buNone/>
              <a:defRPr lang="en-US" sz="600">
                <a:latin typeface="Lato" pitchFamily="34"/>
                <a:ea typeface="Lato" pitchFamily="34"/>
                <a:cs typeface="Lato" pitchFamily="34"/>
              </a:defRPr>
            </a:lvl1pPr>
          </a:lstStyle>
          <a:p>
            <a:pPr lvl="0"/>
            <a:r>
              <a:rPr lang="en-US"/>
              <a:t>Source: 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696324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8;p8">
            <a:extLst>
              <a:ext uri="{FF2B5EF4-FFF2-40B4-BE49-F238E27FC236}">
                <a16:creationId xmlns:a16="http://schemas.microsoft.com/office/drawing/2014/main" id="{82D188B9-92BE-C7D7-F3ED-7189FDD46B4A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 lIns="91421" tIns="45701" rIns="91421" bIns="45701"/>
          <a:lstStyle>
            <a:lvl1pPr>
              <a:defRPr lang="en-AU"/>
            </a:lvl1pPr>
          </a:lstStyle>
          <a:p>
            <a:pPr lvl="0"/>
            <a:endParaRPr lang="en-AU"/>
          </a:p>
        </p:txBody>
      </p:sp>
      <p:sp>
        <p:nvSpPr>
          <p:cNvPr id="3" name="Google Shape;19;p8">
            <a:extLst>
              <a:ext uri="{FF2B5EF4-FFF2-40B4-BE49-F238E27FC236}">
                <a16:creationId xmlns:a16="http://schemas.microsoft.com/office/drawing/2014/main" id="{83B3FE2B-BD3D-7137-F57D-60230CA9359F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 lIns="91421" tIns="45701" rIns="91421" bIns="45701"/>
          <a:lstStyle>
            <a:lvl1pPr marL="457200" indent="-342900">
              <a:buClr>
                <a:srgbClr val="000000"/>
              </a:buClr>
              <a:buSzPts val="1800"/>
              <a:defRPr lang="en-AU"/>
            </a:lvl1pPr>
          </a:lstStyle>
          <a:p>
            <a:pPr lvl="0"/>
            <a:endParaRPr lang="en-AU"/>
          </a:p>
        </p:txBody>
      </p:sp>
      <p:sp>
        <p:nvSpPr>
          <p:cNvPr id="4" name="Google Shape;20;p8">
            <a:extLst>
              <a:ext uri="{FF2B5EF4-FFF2-40B4-BE49-F238E27FC236}">
                <a16:creationId xmlns:a16="http://schemas.microsoft.com/office/drawing/2014/main" id="{A86DA98E-8F5B-2F03-CC9A-1C964481B474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 lIns="91421" tIns="45701" rIns="91421" bIns="45701"/>
          <a:lstStyle>
            <a:lvl1pPr>
              <a:defRPr lang="en-AU"/>
            </a:lvl1pPr>
          </a:lstStyle>
          <a:p>
            <a:pPr lvl="0"/>
            <a:endParaRPr lang="en-AU"/>
          </a:p>
        </p:txBody>
      </p:sp>
      <p:sp>
        <p:nvSpPr>
          <p:cNvPr id="5" name="Google Shape;21;p8">
            <a:extLst>
              <a:ext uri="{FF2B5EF4-FFF2-40B4-BE49-F238E27FC236}">
                <a16:creationId xmlns:a16="http://schemas.microsoft.com/office/drawing/2014/main" id="{C7B775F7-1C24-F952-BDF0-F6211860128E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 lIns="91421" tIns="45701" rIns="91421" bIns="45701"/>
          <a:lstStyle>
            <a:lvl1pPr>
              <a:defRPr lang="en-AU"/>
            </a:lvl1pPr>
          </a:lstStyle>
          <a:p>
            <a:pPr lvl="0"/>
            <a:endParaRPr lang="en-AU"/>
          </a:p>
        </p:txBody>
      </p:sp>
      <p:sp>
        <p:nvSpPr>
          <p:cNvPr id="6" name="Google Shape;22;p8">
            <a:extLst>
              <a:ext uri="{FF2B5EF4-FFF2-40B4-BE49-F238E27FC236}">
                <a16:creationId xmlns:a16="http://schemas.microsoft.com/office/drawing/2014/main" id="{5D171607-AA4E-FBEA-DC3D-3A31E7BD81DC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 lIns="91421" tIns="45701" rIns="91421" bIns="45701"/>
          <a:lstStyle>
            <a:lvl1pPr>
              <a:defRPr lang="en-GB"/>
            </a:lvl1pPr>
          </a:lstStyle>
          <a:p>
            <a:pPr lvl="0"/>
            <a:fld id="{600E8B03-56BC-49C0-9C00-33456E2055AC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6351978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47">
            <a:extLst>
              <a:ext uri="{FF2B5EF4-FFF2-40B4-BE49-F238E27FC236}">
                <a16:creationId xmlns:a16="http://schemas.microsoft.com/office/drawing/2014/main" id="{1B199296-51D3-E9E2-1850-BDFAA43A01B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92276" y="306680"/>
            <a:ext cx="5017312" cy="535024"/>
          </a:xfrm>
        </p:spPr>
        <p:txBody>
          <a:bodyPr lIns="0" tIns="0" rIns="0" bIns="0"/>
          <a:lstStyle>
            <a:lvl1pPr algn="r">
              <a:defRPr lang="en-US" sz="2250" b="1"/>
            </a:lvl1pPr>
          </a:lstStyle>
          <a:p>
            <a:pPr lvl="0"/>
            <a:r>
              <a:rPr lang="en-US"/>
              <a:t>INFOGRAPHIC</a:t>
            </a:r>
            <a:br>
              <a:rPr lang="en-US"/>
            </a:br>
            <a:r>
              <a:rPr lang="en-US"/>
              <a:t>ELEMENTS:</a:t>
            </a:r>
          </a:p>
        </p:txBody>
      </p:sp>
      <p:sp>
        <p:nvSpPr>
          <p:cNvPr id="3" name="Text Placeholder 253">
            <a:extLst>
              <a:ext uri="{FF2B5EF4-FFF2-40B4-BE49-F238E27FC236}">
                <a16:creationId xmlns:a16="http://schemas.microsoft.com/office/drawing/2014/main" id="{E5F9E7EE-D0B3-CF72-8B82-AA0553073976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9248351" y="856911"/>
            <a:ext cx="2240846" cy="246796"/>
          </a:xfrm>
        </p:spPr>
        <p:txBody>
          <a:bodyPr lIns="0" tIns="0" rIns="0" bIns="0">
            <a:noAutofit/>
          </a:bodyPr>
          <a:lstStyle>
            <a:lvl1pPr marL="0" indent="0" algn="r">
              <a:buNone/>
              <a:defRPr lang="en-US" sz="1650" i="1">
                <a:solidFill>
                  <a:srgbClr val="EEECE1"/>
                </a:solidFill>
              </a:defRPr>
            </a:lvl1pPr>
          </a:lstStyle>
          <a:p>
            <a:pPr lvl="0"/>
            <a:r>
              <a:rPr lang="en-US"/>
              <a:t>Shapes</a:t>
            </a:r>
          </a:p>
        </p:txBody>
      </p:sp>
    </p:spTree>
    <p:extLst>
      <p:ext uri="{BB962C8B-B14F-4D97-AF65-F5344CB8AC3E}">
        <p14:creationId xmlns:p14="http://schemas.microsoft.com/office/powerpoint/2010/main" val="40559939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E87AC7-754F-9E59-6AE8-F1C1C6A748B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6A2B48-534D-EEC1-8067-E2E772B0BA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3" y="1825627"/>
            <a:ext cx="10515600" cy="4351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494C78-092A-8468-82DE-5199F3D6AE29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898989"/>
                </a:solidFill>
                <a:uFillTx/>
                <a:latin typeface="Lato"/>
              </a:defRPr>
            </a:lvl1pPr>
          </a:lstStyle>
          <a:p>
            <a:pPr lvl="0"/>
            <a:fld id="{BB39EDC3-A7E5-411F-A973-D18B6D1384BF}" type="datetime1">
              <a:rPr lang="en-US"/>
              <a:pPr lvl="0"/>
              <a:t>4/12/2026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145A62-B884-4FBD-3826-01AD538F5316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898989"/>
                </a:solidFill>
                <a:uFillTx/>
                <a:latin typeface="Lato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B8C2FB-17C2-4A07-D7B9-BB3E91337F4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898989"/>
                </a:solidFill>
                <a:uFillTx/>
                <a:latin typeface="Lato"/>
              </a:defRPr>
            </a:lvl1pPr>
          </a:lstStyle>
          <a:p>
            <a:pPr lvl="0"/>
            <a:fld id="{587B0A8F-2B5C-4175-915A-ECF7D2AF0A51}" type="slidenum"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en-GB" sz="4400" b="0" i="0" u="none" strike="noStrike" kern="1200" cap="none" spc="0" baseline="0">
          <a:solidFill>
            <a:srgbClr val="000000"/>
          </a:solidFill>
          <a:uFillTx/>
          <a:latin typeface="Lato"/>
        </a:defRPr>
      </a:lvl1pPr>
    </p:titleStyle>
    <p:bodyStyle>
      <a:lvl1pPr marL="228600" marR="0" lvl="0" indent="-228600" algn="l" defTabSz="914400" rtl="0" fontAlgn="auto" hangingPunct="1">
        <a:lnSpc>
          <a:spcPct val="90000"/>
        </a:lnSpc>
        <a:spcBef>
          <a:spcPts val="1000"/>
        </a:spcBef>
        <a:spcAft>
          <a:spcPts val="0"/>
        </a:spcAft>
        <a:buSzPct val="100000"/>
        <a:buFont typeface="Arial" pitchFamily="34"/>
        <a:buChar char="•"/>
        <a:tabLst/>
        <a:defRPr lang="en-GB" sz="2800" b="0" i="0" u="none" strike="noStrike" kern="1200" cap="none" spc="0" baseline="0">
          <a:solidFill>
            <a:srgbClr val="000000"/>
          </a:solidFill>
          <a:uFillTx/>
          <a:latin typeface="Lato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GB" sz="2400" b="0" i="0" u="none" strike="noStrike" kern="1200" cap="none" spc="0" baseline="0">
          <a:solidFill>
            <a:srgbClr val="000000"/>
          </a:solidFill>
          <a:uFillTx/>
          <a:latin typeface="Lato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GB" sz="2000" b="0" i="0" u="none" strike="noStrike" kern="1200" cap="none" spc="0" baseline="0">
          <a:solidFill>
            <a:srgbClr val="000000"/>
          </a:solidFill>
          <a:uFillTx/>
          <a:latin typeface="Lato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GB" sz="1800" b="0" i="0" u="none" strike="noStrike" kern="1200" cap="none" spc="0" baseline="0">
          <a:solidFill>
            <a:srgbClr val="000000"/>
          </a:solidFill>
          <a:uFillTx/>
          <a:latin typeface="Lato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GB" sz="1800" b="0" i="0" u="none" strike="noStrike" kern="1200" cap="none" spc="0" baseline="0">
          <a:solidFill>
            <a:srgbClr val="000000"/>
          </a:solidFill>
          <a:uFillTx/>
          <a:latin typeface="Lato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eg"/><Relationship Id="rId3" Type="http://schemas.openxmlformats.org/officeDocument/2006/relationships/image" Target="../media/image7.jpe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12.jpeg"/><Relationship Id="rId4" Type="http://schemas.openxmlformats.org/officeDocument/2006/relationships/image" Target="../media/image13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12.jpeg"/><Relationship Id="rId4" Type="http://schemas.openxmlformats.org/officeDocument/2006/relationships/image" Target="../media/image13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jpeg"/><Relationship Id="rId5" Type="http://schemas.openxmlformats.org/officeDocument/2006/relationships/image" Target="../media/image10.png"/><Relationship Id="rId4" Type="http://schemas.openxmlformats.org/officeDocument/2006/relationships/image" Target="../media/image12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">
            <a:extLst>
              <a:ext uri="{FF2B5EF4-FFF2-40B4-BE49-F238E27FC236}">
                <a16:creationId xmlns:a16="http://schemas.microsoft.com/office/drawing/2014/main" id="{8B365627-31C0-BB3A-F8D8-5C90629D0E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4C22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Lato"/>
            </a:endParaRPr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1847A6CA-28D5-9703-0843-AB47A6EC8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301" y="0"/>
            <a:ext cx="12191695" cy="6858000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800" b="0" i="0" u="none" strike="noStrike" kern="1200" cap="none" spc="0" baseline="0">
              <a:solidFill>
                <a:srgbClr val="FFFFFF"/>
              </a:solidFill>
              <a:uFillTx/>
              <a:latin typeface="Lato"/>
            </a:endParaRPr>
          </a:p>
        </p:txBody>
      </p:sp>
      <p:sp>
        <p:nvSpPr>
          <p:cNvPr id="4" name="Oval 7">
            <a:extLst>
              <a:ext uri="{FF2B5EF4-FFF2-40B4-BE49-F238E27FC236}">
                <a16:creationId xmlns:a16="http://schemas.microsoft.com/office/drawing/2014/main" id="{0B4E1BDD-B273-598D-7A48-197E15C706F3}"/>
              </a:ext>
            </a:extLst>
          </p:cNvPr>
          <p:cNvSpPr/>
          <p:nvPr/>
        </p:nvSpPr>
        <p:spPr>
          <a:xfrm>
            <a:off x="598639" y="-1797472"/>
            <a:ext cx="11236851" cy="10452945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+- 2700000 f2 0"/>
              <a:gd name="f15" fmla="*/ f9 f1 1"/>
              <a:gd name="f16" fmla="*/ f10 f1 1"/>
              <a:gd name="f17" fmla="?: f11 f4 1"/>
              <a:gd name="f18" fmla="?: f12 f5 1"/>
              <a:gd name="f19" fmla="?: f13 f6 1"/>
              <a:gd name="f20" fmla="+- f14 0 f2"/>
              <a:gd name="f21" fmla="*/ f15 1 f3"/>
              <a:gd name="f22" fmla="*/ f16 1 f3"/>
              <a:gd name="f23" fmla="*/ f17 1 21600"/>
              <a:gd name="f24" fmla="*/ f18 1 21600"/>
              <a:gd name="f25" fmla="*/ 21600 f17 1"/>
              <a:gd name="f26" fmla="*/ 21600 f18 1"/>
              <a:gd name="f27" fmla="+- f20 f2 0"/>
              <a:gd name="f28" fmla="+- f21 0 f2"/>
              <a:gd name="f29" fmla="+- f22 0 f2"/>
              <a:gd name="f30" fmla="min f24 f23"/>
              <a:gd name="f31" fmla="*/ f25 1 f19"/>
              <a:gd name="f32" fmla="*/ f26 1 f19"/>
              <a:gd name="f33" fmla="*/ f27 f8 1"/>
              <a:gd name="f34" fmla="val f31"/>
              <a:gd name="f35" fmla="val f32"/>
              <a:gd name="f36" fmla="*/ f33 1 f1"/>
              <a:gd name="f37" fmla="*/ f7 f30 1"/>
              <a:gd name="f38" fmla="+- f35 0 f7"/>
              <a:gd name="f39" fmla="+- f34 0 f7"/>
              <a:gd name="f40" fmla="+- 0 0 f36"/>
              <a:gd name="f41" fmla="*/ f38 1 2"/>
              <a:gd name="f42" fmla="*/ f39 1 2"/>
              <a:gd name="f43" fmla="+- 0 0 f40"/>
              <a:gd name="f44" fmla="+- f7 f41 0"/>
              <a:gd name="f45" fmla="+- f7 f42 0"/>
              <a:gd name="f46" fmla="*/ f43 f1 1"/>
              <a:gd name="f47" fmla="*/ f42 f30 1"/>
              <a:gd name="f48" fmla="*/ f41 f30 1"/>
              <a:gd name="f49" fmla="*/ f46 1 f8"/>
              <a:gd name="f50" fmla="*/ f44 f30 1"/>
              <a:gd name="f51" fmla="+- f49 0 f2"/>
              <a:gd name="f52" fmla="cos 1 f51"/>
              <a:gd name="f53" fmla="sin 1 f51"/>
              <a:gd name="f54" fmla="+- 0 0 f52"/>
              <a:gd name="f55" fmla="+- 0 0 f53"/>
              <a:gd name="f56" fmla="+- 0 0 f54"/>
              <a:gd name="f57" fmla="+- 0 0 f55"/>
              <a:gd name="f58" fmla="val f56"/>
              <a:gd name="f59" fmla="val f57"/>
              <a:gd name="f60" fmla="*/ f58 f42 1"/>
              <a:gd name="f61" fmla="*/ f59 f41 1"/>
              <a:gd name="f62" fmla="+- f45 0 f60"/>
              <a:gd name="f63" fmla="+- f45 f60 0"/>
              <a:gd name="f64" fmla="+- f44 0 f61"/>
              <a:gd name="f65" fmla="+- f44 f61 0"/>
              <a:gd name="f66" fmla="*/ f62 f30 1"/>
              <a:gd name="f67" fmla="*/ f64 f30 1"/>
              <a:gd name="f68" fmla="*/ f63 f30 1"/>
              <a:gd name="f69" fmla="*/ f65 f3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8">
                <a:pos x="f66" y="f67"/>
              </a:cxn>
              <a:cxn ang="f29">
                <a:pos x="f66" y="f69"/>
              </a:cxn>
              <a:cxn ang="f29">
                <a:pos x="f68" y="f69"/>
              </a:cxn>
              <a:cxn ang="f28">
                <a:pos x="f68" y="f67"/>
              </a:cxn>
            </a:cxnLst>
            <a:rect l="f66" t="f67" r="f68" b="f69"/>
            <a:pathLst>
              <a:path>
                <a:moveTo>
                  <a:pt x="f37" y="f50"/>
                </a:moveTo>
                <a:arcTo wR="f47" hR="f48" stAng="f1" swAng="f0"/>
                <a:close/>
              </a:path>
            </a:pathLst>
          </a:custGeom>
          <a:solidFill>
            <a:srgbClr val="E84C22">
              <a:alpha val="10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AU" sz="1800" b="0" i="0" u="none" strike="noStrike" kern="1200" cap="none" spc="0" baseline="0">
              <a:solidFill>
                <a:srgbClr val="FFFFFF"/>
              </a:solidFill>
              <a:uFillTx/>
              <a:latin typeface="Lato"/>
            </a:endParaRPr>
          </a:p>
        </p:txBody>
      </p:sp>
      <p:grpSp>
        <p:nvGrpSpPr>
          <p:cNvPr id="5" name="Group 14">
            <a:extLst>
              <a:ext uri="{FF2B5EF4-FFF2-40B4-BE49-F238E27FC236}">
                <a16:creationId xmlns:a16="http://schemas.microsoft.com/office/drawing/2014/main" id="{6BD85FBA-5FA6-9036-64D6-E8B5C8509887}"/>
              </a:ext>
            </a:extLst>
          </p:cNvPr>
          <p:cNvGrpSpPr/>
          <p:nvPr/>
        </p:nvGrpSpPr>
        <p:grpSpPr>
          <a:xfrm>
            <a:off x="1303404" y="3986"/>
            <a:ext cx="9772768" cy="6858000"/>
            <a:chOff x="1303404" y="3986"/>
            <a:chExt cx="9772768" cy="6858000"/>
          </a:xfrm>
        </p:grpSpPr>
        <p:sp>
          <p:nvSpPr>
            <p:cNvPr id="6" name="Freeform: Shape 15">
              <a:extLst>
                <a:ext uri="{FF2B5EF4-FFF2-40B4-BE49-F238E27FC236}">
                  <a16:creationId xmlns:a16="http://schemas.microsoft.com/office/drawing/2014/main" id="{47C4D443-D049-1C55-1595-2FB53926D0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Move="1" noResize="1"/>
            </p:cNvSpPr>
            <p:nvPr/>
          </p:nvSpPr>
          <p:spPr>
            <a:xfrm>
              <a:off x="1560551" y="3986"/>
              <a:ext cx="9313017" cy="685800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9313016"/>
                <a:gd name="f7" fmla="val 6858000"/>
                <a:gd name="f8" fmla="val 6993556"/>
                <a:gd name="f9" fmla="val 7358516"/>
                <a:gd name="f10" fmla="val 7475006"/>
                <a:gd name="f11" fmla="val 82722"/>
                <a:gd name="f12" fmla="val 7592423"/>
                <a:gd name="f13" fmla="val 169778"/>
                <a:gd name="f14" fmla="val 7706366"/>
                <a:gd name="f15" fmla="val 261748"/>
                <a:gd name="f16" fmla="val 7816357"/>
                <a:gd name="f17" fmla="val 358482"/>
                <a:gd name="f18" fmla="val 8036559"/>
                <a:gd name="f19" fmla="val 551589"/>
                <a:gd name="f20" fmla="val 8239655"/>
                <a:gd name="f21" fmla="val 764905"/>
                <a:gd name="f22" fmla="val 8421752"/>
                <a:gd name="f23" fmla="val 995405"/>
                <a:gd name="f24" fmla="val 8604736"/>
                <a:gd name="f25" fmla="val 1225282"/>
                <a:gd name="f26" fmla="val 8763567"/>
                <a:gd name="f27" fmla="val 1474646"/>
                <a:gd name="f28" fmla="val 8897059"/>
                <a:gd name="f29" fmla="val 1737211"/>
                <a:gd name="f30" fmla="val 9029909"/>
                <a:gd name="f31" fmla="val 2000162"/>
                <a:gd name="f32" fmla="val 9134317"/>
                <a:gd name="f33" fmla="val 2277990"/>
                <a:gd name="f34" fmla="val 9206633"/>
                <a:gd name="f35" fmla="val 2564460"/>
                <a:gd name="f36" fmla="val 9242322"/>
                <a:gd name="f37" fmla="val 2707791"/>
                <a:gd name="f38" fmla="val 9269041"/>
                <a:gd name="f39" fmla="val 2853474"/>
                <a:gd name="f40" fmla="val 9286787"/>
                <a:gd name="f41" fmla="val 3000164"/>
                <a:gd name="f42" fmla="val 9304977"/>
                <a:gd name="f43" fmla="val 3146856"/>
                <a:gd name="f44" fmla="val 9314097"/>
                <a:gd name="f45" fmla="val 3294698"/>
                <a:gd name="f46" fmla="val 9312914"/>
                <a:gd name="f47" fmla="val 3442493"/>
                <a:gd name="f48" fmla="val 9309906"/>
                <a:gd name="f49" fmla="val 3737987"/>
                <a:gd name="f50" fmla="val 9270717"/>
                <a:gd name="f51" fmla="val 4033288"/>
                <a:gd name="f52" fmla="val 9190562"/>
                <a:gd name="f53" fmla="val 4316686"/>
                <a:gd name="f54" fmla="val 9150486"/>
                <a:gd name="f55" fmla="val 4458240"/>
                <a:gd name="f56" fmla="val 9103951"/>
                <a:gd name="f57" fmla="val 4597587"/>
                <a:gd name="f58" fmla="val 9043416"/>
                <a:gd name="f59" fmla="val 4734917"/>
                <a:gd name="f60" fmla="val 8982980"/>
                <a:gd name="f61" fmla="val 4871817"/>
                <a:gd name="f62" fmla="val 8908740"/>
                <a:gd name="f63" fmla="val 5007131"/>
                <a:gd name="f64" fmla="val 8809657"/>
                <a:gd name="f65" fmla="val 5128718"/>
                <a:gd name="f66" fmla="val 8760312"/>
                <a:gd name="f67" fmla="val 5189247"/>
                <a:gd name="f68" fmla="val 8706137"/>
                <a:gd name="f69" fmla="val 5246945"/>
                <a:gd name="f70" fmla="val 8645997"/>
                <a:gd name="f71" fmla="val 5297441"/>
                <a:gd name="f72" fmla="val 8586252"/>
                <a:gd name="f73" fmla="val 5348274"/>
                <a:gd name="f74" fmla="val 8522809"/>
                <a:gd name="f75" fmla="val 5393730"/>
                <a:gd name="f76" fmla="val 8457787"/>
                <a:gd name="f77" fmla="val 5433763"/>
                <a:gd name="f78" fmla="val 8392816"/>
                <a:gd name="f79" fmla="val 5474132"/>
                <a:gd name="f80" fmla="val 8326219"/>
                <a:gd name="f81" fmla="val 5508213"/>
                <a:gd name="f82" fmla="val 8260803"/>
                <a:gd name="f83" fmla="val 5541237"/>
                <a:gd name="f84" fmla="val 8195289"/>
                <a:gd name="f85" fmla="val 5574071"/>
                <a:gd name="f86" fmla="val 8130023"/>
                <a:gd name="f87" fmla="val 5604838"/>
                <a:gd name="f88" fmla="val 8066136"/>
                <a:gd name="f89" fmla="val 5635704"/>
                <a:gd name="f90" fmla="val 7938313"/>
                <a:gd name="f91" fmla="val 5697433"/>
                <a:gd name="f92" fmla="val 7815222"/>
                <a:gd name="f93" fmla="val 5762186"/>
                <a:gd name="f94" fmla="val 7698638"/>
                <a:gd name="f95" fmla="val 5837163"/>
                <a:gd name="f96" fmla="val 7582449"/>
                <a:gd name="f97" fmla="val 5912381"/>
                <a:gd name="f98" fmla="val 7471881"/>
                <a:gd name="f99" fmla="val 5996094"/>
                <a:gd name="f100" fmla="val 7370135"/>
                <a:gd name="f101" fmla="val 6090081"/>
                <a:gd name="f102" fmla="val 7319460"/>
                <a:gd name="f103" fmla="val 6136593"/>
                <a:gd name="f104" fmla="val 7268881"/>
                <a:gd name="f105" fmla="val 6186082"/>
                <a:gd name="f106" fmla="val 7218897"/>
                <a:gd name="f107" fmla="val 6235860"/>
                <a:gd name="f108" fmla="val 7168763"/>
                <a:gd name="f109" fmla="val 6285493"/>
                <a:gd name="f110" fmla="val 7119665"/>
                <a:gd name="f111" fmla="val 6336229"/>
                <a:gd name="f112" fmla="val 7070665"/>
                <a:gd name="f113" fmla="val 6387205"/>
                <a:gd name="f114" fmla="val 6972715"/>
                <a:gd name="f115" fmla="val 6489208"/>
                <a:gd name="f116" fmla="val 6876195"/>
                <a:gd name="f117" fmla="val 6593131"/>
                <a:gd name="f118" fmla="val 6779035"/>
                <a:gd name="f119" fmla="val 6697100"/>
                <a:gd name="f120" fmla="val 6730379"/>
                <a:gd name="f121" fmla="val 6748989"/>
                <a:gd name="f122" fmla="val 6681528"/>
                <a:gd name="f123" fmla="val 6800878"/>
                <a:gd name="f124" fmla="val 6631837"/>
                <a:gd name="f125" fmla="val 6852239"/>
                <a:gd name="f126" fmla="val 6626221"/>
                <a:gd name="f127" fmla="val 6424725"/>
                <a:gd name="f128" fmla="val 6527382"/>
                <a:gd name="f129" fmla="val 6756333"/>
                <a:gd name="f130" fmla="val 6576726"/>
                <a:gd name="f131" fmla="val 6705932"/>
                <a:gd name="f132" fmla="val 6625480"/>
                <a:gd name="f133" fmla="val 6654811"/>
                <a:gd name="f134" fmla="val 6674233"/>
                <a:gd name="f135" fmla="val 6603450"/>
                <a:gd name="f136" fmla="val 6771788"/>
                <a:gd name="f137" fmla="val 6500920"/>
                <a:gd name="f138" fmla="val 6868309"/>
                <a:gd name="f139" fmla="val 6396757"/>
                <a:gd name="f140" fmla="val 6965813"/>
                <a:gd name="f141" fmla="val 6292932"/>
                <a:gd name="f142" fmla="val 7112961"/>
                <a:gd name="f143" fmla="val 6137505"/>
                <a:gd name="f144" fmla="val 7162354"/>
                <a:gd name="f145" fmla="val 6085808"/>
                <a:gd name="f146" fmla="val 7211945"/>
                <a:gd name="f147" fmla="val 6034640"/>
                <a:gd name="f148" fmla="val 7264790"/>
                <a:gd name="f149" fmla="val 5983710"/>
                <a:gd name="f150" fmla="val 7472373"/>
                <a:gd name="f151" fmla="val 5779130"/>
                <a:gd name="f152" fmla="val 7721610"/>
                <a:gd name="f153" fmla="val 5610648"/>
                <a:gd name="f154" fmla="val 7974595"/>
                <a:gd name="f155" fmla="val 5470773"/>
                <a:gd name="f156" fmla="val 8099903"/>
                <a:gd name="f157" fmla="val 5399395"/>
                <a:gd name="f158" fmla="val 8224127"/>
                <a:gd name="f159" fmla="val 5332529"/>
                <a:gd name="f160" fmla="val 8331591"/>
                <a:gd name="f161" fmla="val 5254048"/>
                <a:gd name="f162" fmla="val 8439351"/>
                <a:gd name="f163" fmla="val 5176047"/>
                <a:gd name="f164" fmla="val 8529660"/>
                <a:gd name="f165" fmla="val 5085949"/>
                <a:gd name="f166" fmla="val 8599807"/>
                <a:gd name="f167" fmla="val 4980010"/>
                <a:gd name="f168" fmla="val 8671187"/>
                <a:gd name="f169" fmla="val 4875128"/>
                <a:gd name="f170" fmla="val 8723982"/>
                <a:gd name="f171" fmla="val 4756086"/>
                <a:gd name="f172" fmla="val 8766474"/>
                <a:gd name="f173" fmla="val 4631524"/>
                <a:gd name="f174" fmla="val 8808968"/>
                <a:gd name="f175" fmla="val 4507010"/>
                <a:gd name="f176" fmla="val 8840615"/>
                <a:gd name="f177" fmla="val 4375872"/>
                <a:gd name="f178" fmla="val 8865755"/>
                <a:gd name="f179" fmla="val 4244445"/>
                <a:gd name="f180" fmla="val 8871375"/>
                <a:gd name="f181" fmla="val 4211468"/>
                <a:gd name="f182" fmla="val 8878129"/>
                <a:gd name="f183" fmla="val 4178731"/>
                <a:gd name="f184" fmla="val 8882911"/>
                <a:gd name="f185" fmla="val 4145659"/>
                <a:gd name="f186" fmla="val 8897403"/>
                <a:gd name="f187" fmla="val 4046633"/>
                <a:gd name="f188" fmla="val 8908298"/>
                <a:gd name="f189" fmla="val 3947271"/>
                <a:gd name="f190" fmla="val 8912389"/>
                <a:gd name="f191" fmla="val 3914247"/>
                <a:gd name="f192" fmla="val 8913425"/>
                <a:gd name="f193" fmla="val 3880886"/>
                <a:gd name="f194" fmla="val 8916184"/>
                <a:gd name="f195" fmla="val 3847765"/>
                <a:gd name="f196" fmla="val 8925797"/>
                <a:gd name="f197" fmla="val 3715091"/>
                <a:gd name="f198" fmla="val 8925945"/>
                <a:gd name="f199" fmla="val 3582127"/>
                <a:gd name="f200" fmla="val 8920670"/>
                <a:gd name="f201" fmla="val 3449597"/>
                <a:gd name="f202" fmla="val 8914607"/>
                <a:gd name="f203" fmla="val 3350283"/>
                <a:gd name="f204" fmla="val 8911995"/>
                <a:gd name="f205" fmla="val 3317211"/>
                <a:gd name="f206" fmla="val 8908348"/>
                <a:gd name="f207" fmla="val 3284233"/>
                <a:gd name="f208" fmla="val 8905340"/>
                <a:gd name="f209" fmla="val 3251209"/>
                <a:gd name="f210" fmla="val 8902628"/>
                <a:gd name="f211" fmla="val 3218185"/>
                <a:gd name="f212" fmla="val 8897551"/>
                <a:gd name="f213" fmla="val 3185305"/>
                <a:gd name="f214" fmla="val 8893854"/>
                <a:gd name="f215" fmla="val 3152376"/>
                <a:gd name="f216" fmla="val 8890305"/>
                <a:gd name="f217" fmla="val 3119399"/>
                <a:gd name="f218" fmla="val 8884932"/>
                <a:gd name="f219" fmla="val 3086662"/>
                <a:gd name="f220" fmla="val 8879706"/>
                <a:gd name="f221" fmla="val 3053878"/>
                <a:gd name="f222" fmla="val 8858707"/>
                <a:gd name="f223" fmla="val 2922835"/>
                <a:gd name="f224" fmla="val 8831249"/>
                <a:gd name="f225" fmla="val 2792705"/>
                <a:gd name="f226" fmla="val 8797531"/>
                <a:gd name="f227" fmla="val 2663966"/>
                <a:gd name="f228" fmla="val 8728616"/>
                <a:gd name="f229" fmla="val 2406777"/>
                <a:gd name="f230" fmla="val 8635497"/>
                <a:gd name="f231" fmla="val 2155109"/>
                <a:gd name="f232" fmla="val 8520442"/>
                <a:gd name="f233" fmla="val 1911983"/>
                <a:gd name="f234" fmla="val 8462667"/>
                <a:gd name="f235" fmla="val 1790541"/>
                <a:gd name="f236" fmla="val 8400112"/>
                <a:gd name="f237" fmla="val 1670923"/>
                <a:gd name="f238" fmla="val 8332626"/>
                <a:gd name="f239" fmla="val 1553608"/>
                <a:gd name="f240" fmla="val 8265683"/>
                <a:gd name="f241" fmla="val 1436006"/>
                <a:gd name="f242" fmla="val 8192973"/>
                <a:gd name="f243" fmla="val 1321188"/>
                <a:gd name="f244" fmla="val 8116317"/>
                <a:gd name="f245" fmla="val 1208529"/>
                <a:gd name="f246" fmla="val 8039811"/>
                <a:gd name="f247" fmla="val 1095776"/>
                <a:gd name="f248" fmla="val 7958079"/>
                <a:gd name="f249" fmla="val 986094"/>
                <a:gd name="f250" fmla="val 7873293"/>
                <a:gd name="f251" fmla="val 878284"/>
                <a:gd name="f252" fmla="val 7787814"/>
                <a:gd name="f253" fmla="val 771002"/>
                <a:gd name="f254" fmla="val 7697999"/>
                <a:gd name="f255" fmla="val 666551"/>
                <a:gd name="f256" fmla="val 7604337"/>
                <a:gd name="f257" fmla="val 565125"/>
                <a:gd name="f258" fmla="val 7510479"/>
                <a:gd name="f259" fmla="val 463891"/>
                <a:gd name="f260" fmla="val 7413367"/>
                <a:gd name="f261" fmla="val 364818"/>
                <a:gd name="f262" fmla="val 7311128"/>
                <a:gd name="f263" fmla="val 270591"/>
                <a:gd name="f264" fmla="val 1752019"/>
                <a:gd name="f265" fmla="val 2155804"/>
                <a:gd name="f266" fmla="val 2103975"/>
                <a:gd name="f267" fmla="val 40789"/>
                <a:gd name="f268" fmla="val 1943592"/>
                <a:gd name="f269" fmla="val 173585"/>
                <a:gd name="f270" fmla="val 1793955"/>
                <a:gd name="f271" fmla="val 317500"/>
                <a:gd name="f272" fmla="val 1656310"/>
                <a:gd name="f273" fmla="val 470035"/>
                <a:gd name="f274" fmla="val 1288172"/>
                <a:gd name="f275" fmla="val 876939"/>
                <a:gd name="f276" fmla="val 1002998"/>
                <a:gd name="f277" fmla="val 1344708"/>
                <a:gd name="f278" fmla="val 806013"/>
                <a:gd name="f279" fmla="val 1841133"/>
                <a:gd name="f280" fmla="val 707818"/>
                <a:gd name="f281" fmla="val 2089538"/>
                <a:gd name="f282" fmla="val 630868"/>
                <a:gd name="f283" fmla="val 2345480"/>
                <a:gd name="f284" fmla="val 580685"/>
                <a:gd name="f285" fmla="val 2606364"/>
                <a:gd name="f286" fmla="val 530749"/>
                <a:gd name="f287" fmla="val 2867250"/>
                <a:gd name="f288" fmla="val 504868"/>
                <a:gd name="f289" fmla="val 3132119"/>
                <a:gd name="f290" fmla="val 503489"/>
                <a:gd name="f291" fmla="val 3397276"/>
                <a:gd name="f292" fmla="val 501467"/>
                <a:gd name="f293" fmla="val 3662434"/>
                <a:gd name="f294" fmla="val 524093"/>
                <a:gd name="f295" fmla="val 3927351"/>
                <a:gd name="f296" fmla="val 570135"/>
                <a:gd name="f297" fmla="val 4188235"/>
                <a:gd name="f298" fmla="val 615734"/>
                <a:gd name="f299" fmla="val 4449264"/>
                <a:gd name="f300" fmla="val 688642"/>
                <a:gd name="f301" fmla="val 4705493"/>
                <a:gd name="f302" fmla="val 783387"/>
                <a:gd name="f303" fmla="val 4953850"/>
                <a:gd name="f304" fmla="val 974357"/>
                <a:gd name="f305" fmla="val 5449796"/>
                <a:gd name="f306" fmla="val 1259630"/>
                <a:gd name="f307" fmla="val 5913773"/>
                <a:gd name="f308" fmla="val 1628014"/>
                <a:gd name="f309" fmla="val 6308245"/>
                <a:gd name="f310" fmla="val 1812182"/>
                <a:gd name="f311" fmla="val 6505481"/>
                <a:gd name="f312" fmla="val 2016215"/>
                <a:gd name="f313" fmla="val 6685052"/>
                <a:gd name="f314" fmla="val 2235998"/>
                <a:gd name="f315" fmla="val 6844829"/>
                <a:gd name="f316" fmla="val 2255028"/>
                <a:gd name="f317" fmla="val 1578787"/>
                <a:gd name="f318" fmla="val 1465153"/>
                <a:gd name="f319" fmla="val 6759050"/>
                <a:gd name="f320" fmla="val 1410086"/>
                <a:gd name="f321" fmla="val 6708726"/>
                <a:gd name="f322" fmla="val 1356236"/>
                <a:gd name="f323" fmla="val 6657104"/>
                <a:gd name="f324" fmla="val 1303650"/>
                <a:gd name="f325" fmla="val 6604267"/>
                <a:gd name="f326" fmla="val 883506"/>
                <a:gd name="f327" fmla="val 6181043"/>
                <a:gd name="f328" fmla="val 548150"/>
                <a:gd name="f329" fmla="val 5676072"/>
                <a:gd name="f330" fmla="val 323708"/>
                <a:gd name="f331" fmla="val 5126365"/>
                <a:gd name="f332" fmla="val 97737"/>
                <a:gd name="f333" fmla="val 4577139"/>
                <a:gd name="f334" fmla="+- 0 0 10958"/>
                <a:gd name="f335" fmla="val 3981927"/>
                <a:gd name="f336" fmla="val 872"/>
                <a:gd name="f337" fmla="val 3391228"/>
                <a:gd name="f338" fmla="val 5951"/>
                <a:gd name="f339" fmla="val 3095783"/>
                <a:gd name="f340" fmla="val 40506"/>
                <a:gd name="f341" fmla="val 2800528"/>
                <a:gd name="f342" fmla="val 105428"/>
                <a:gd name="f343" fmla="val 2511899"/>
                <a:gd name="f344" fmla="val 170104"/>
                <a:gd name="f345" fmla="val 2223317"/>
                <a:gd name="f346" fmla="val 262089"/>
                <a:gd name="f347" fmla="val 1940399"/>
                <a:gd name="f348" fmla="val 384933"/>
                <a:gd name="f349" fmla="val 1670971"/>
                <a:gd name="f350" fmla="val 629092"/>
                <a:gd name="f351" fmla="val 1131344"/>
                <a:gd name="f352" fmla="val 991955"/>
                <a:gd name="f353" fmla="val 646919"/>
                <a:gd name="f354" fmla="val 1433593"/>
                <a:gd name="f355" fmla="val 256095"/>
                <a:gd name="f356" fmla="val 1488791"/>
                <a:gd name="f357" fmla="val 207206"/>
                <a:gd name="f358" fmla="val 1545179"/>
                <a:gd name="f359" fmla="val 159733"/>
                <a:gd name="f360" fmla="val 1602664"/>
                <a:gd name="f361" fmla="val 113704"/>
                <a:gd name="f362" fmla="+- 0 0 -90"/>
                <a:gd name="f363" fmla="*/ f3 1 9313016"/>
                <a:gd name="f364" fmla="*/ f4 1 6858000"/>
                <a:gd name="f365" fmla="+- f7 0 f5"/>
                <a:gd name="f366" fmla="+- f6 0 f5"/>
                <a:gd name="f367" fmla="*/ f362 f0 1"/>
                <a:gd name="f368" fmla="*/ f366 1 9313016"/>
                <a:gd name="f369" fmla="*/ f365 1 6858000"/>
                <a:gd name="f370" fmla="*/ 6993556 f366 1"/>
                <a:gd name="f371" fmla="*/ 0 f365 1"/>
                <a:gd name="f372" fmla="*/ 7358516 f366 1"/>
                <a:gd name="f373" fmla="*/ 7475006 f366 1"/>
                <a:gd name="f374" fmla="*/ 82722 f365 1"/>
                <a:gd name="f375" fmla="*/ 7816357 f366 1"/>
                <a:gd name="f376" fmla="*/ 358482 f365 1"/>
                <a:gd name="f377" fmla="*/ 8421752 f366 1"/>
                <a:gd name="f378" fmla="*/ 995405 f365 1"/>
                <a:gd name="f379" fmla="*/ 8897059 f366 1"/>
                <a:gd name="f380" fmla="*/ 1737211 f365 1"/>
                <a:gd name="f381" fmla="*/ 9206633 f366 1"/>
                <a:gd name="f382" fmla="*/ 2564460 f365 1"/>
                <a:gd name="f383" fmla="*/ 9286787 f366 1"/>
                <a:gd name="f384" fmla="*/ 3000164 f365 1"/>
                <a:gd name="f385" fmla="*/ 9312914 f366 1"/>
                <a:gd name="f386" fmla="*/ 3442493 f365 1"/>
                <a:gd name="f387" fmla="*/ 9190562 f366 1"/>
                <a:gd name="f388" fmla="*/ 4316686 f365 1"/>
                <a:gd name="f389" fmla="*/ 9043416 f366 1"/>
                <a:gd name="f390" fmla="*/ 4734917 f365 1"/>
                <a:gd name="f391" fmla="*/ 8809657 f366 1"/>
                <a:gd name="f392" fmla="*/ 5128718 f365 1"/>
                <a:gd name="f393" fmla="*/ 8645997 f366 1"/>
                <a:gd name="f394" fmla="*/ 5297441 f365 1"/>
                <a:gd name="f395" fmla="*/ 8457787 f366 1"/>
                <a:gd name="f396" fmla="*/ 5433763 f365 1"/>
                <a:gd name="f397" fmla="*/ 8260803 f366 1"/>
                <a:gd name="f398" fmla="*/ 5541237 f365 1"/>
                <a:gd name="f399" fmla="*/ 8066136 f366 1"/>
                <a:gd name="f400" fmla="*/ 5635704 f365 1"/>
                <a:gd name="f401" fmla="*/ 7698638 f366 1"/>
                <a:gd name="f402" fmla="*/ 5837163 f365 1"/>
                <a:gd name="f403" fmla="*/ 7370135 f366 1"/>
                <a:gd name="f404" fmla="*/ 6090081 f365 1"/>
                <a:gd name="f405" fmla="*/ 7218897 f366 1"/>
                <a:gd name="f406" fmla="*/ 6235860 f365 1"/>
                <a:gd name="f407" fmla="*/ 7070665 f366 1"/>
                <a:gd name="f408" fmla="*/ 6387205 f365 1"/>
                <a:gd name="f409" fmla="*/ 6779035 f366 1"/>
                <a:gd name="f410" fmla="*/ 6697100 f365 1"/>
                <a:gd name="f411" fmla="*/ 6631837 f366 1"/>
                <a:gd name="f412" fmla="*/ 6852239 f365 1"/>
                <a:gd name="f413" fmla="*/ 6626221 f366 1"/>
                <a:gd name="f414" fmla="*/ 6858000 f365 1"/>
                <a:gd name="f415" fmla="*/ 6424725 f366 1"/>
                <a:gd name="f416" fmla="*/ 6527382 f366 1"/>
                <a:gd name="f417" fmla="*/ 6756333 f365 1"/>
                <a:gd name="f418" fmla="*/ 6674233 f366 1"/>
                <a:gd name="f419" fmla="*/ 6603450 f365 1"/>
                <a:gd name="f420" fmla="*/ 6965813 f366 1"/>
                <a:gd name="f421" fmla="*/ 6292932 f365 1"/>
                <a:gd name="f422" fmla="*/ 7112961 f366 1"/>
                <a:gd name="f423" fmla="*/ 6137505 f365 1"/>
                <a:gd name="f424" fmla="*/ 7264790 f366 1"/>
                <a:gd name="f425" fmla="*/ 5983710 f365 1"/>
                <a:gd name="f426" fmla="*/ 7974595 f366 1"/>
                <a:gd name="f427" fmla="*/ 5470773 f365 1"/>
                <a:gd name="f428" fmla="*/ 8331591 f366 1"/>
                <a:gd name="f429" fmla="*/ 5254048 f365 1"/>
                <a:gd name="f430" fmla="*/ 8599807 f366 1"/>
                <a:gd name="f431" fmla="*/ 4980010 f365 1"/>
                <a:gd name="f432" fmla="*/ 8766474 f366 1"/>
                <a:gd name="f433" fmla="*/ 4631524 f365 1"/>
                <a:gd name="f434" fmla="*/ 8865755 f366 1"/>
                <a:gd name="f435" fmla="*/ 4244445 f365 1"/>
                <a:gd name="f436" fmla="*/ 8882911 f366 1"/>
                <a:gd name="f437" fmla="*/ 4145659 f365 1"/>
                <a:gd name="f438" fmla="*/ 8897403 f366 1"/>
                <a:gd name="f439" fmla="*/ 4046633 f365 1"/>
                <a:gd name="f440" fmla="*/ 8908298 f366 1"/>
                <a:gd name="f441" fmla="*/ 3947271 f365 1"/>
                <a:gd name="f442" fmla="*/ 8916184 f366 1"/>
                <a:gd name="f443" fmla="*/ 3847765 f365 1"/>
                <a:gd name="f444" fmla="*/ 8920670 f366 1"/>
                <a:gd name="f445" fmla="*/ 3449597 f365 1"/>
                <a:gd name="f446" fmla="*/ 8914607 f366 1"/>
                <a:gd name="f447" fmla="*/ 3350283 f365 1"/>
                <a:gd name="f448" fmla="*/ 8905340 f366 1"/>
                <a:gd name="f449" fmla="*/ 3251209 f365 1"/>
                <a:gd name="f450" fmla="*/ 8893854 f366 1"/>
                <a:gd name="f451" fmla="*/ 3152376 f365 1"/>
                <a:gd name="f452" fmla="*/ 8879706 f366 1"/>
                <a:gd name="f453" fmla="*/ 3053878 f365 1"/>
                <a:gd name="f454" fmla="*/ 8797531 f366 1"/>
                <a:gd name="f455" fmla="*/ 2663966 f365 1"/>
                <a:gd name="f456" fmla="*/ 8520442 f366 1"/>
                <a:gd name="f457" fmla="*/ 1911983 f365 1"/>
                <a:gd name="f458" fmla="*/ 8332626 f366 1"/>
                <a:gd name="f459" fmla="*/ 1553608 f365 1"/>
                <a:gd name="f460" fmla="*/ 8116317 f366 1"/>
                <a:gd name="f461" fmla="*/ 1208529 f365 1"/>
                <a:gd name="f462" fmla="*/ 7873293 f366 1"/>
                <a:gd name="f463" fmla="*/ 878284 f365 1"/>
                <a:gd name="f464" fmla="*/ 7604337 f366 1"/>
                <a:gd name="f465" fmla="*/ 565125 f365 1"/>
                <a:gd name="f466" fmla="*/ 7311128 f366 1"/>
                <a:gd name="f467" fmla="*/ 270591 f365 1"/>
                <a:gd name="f468" fmla="*/ 1752019 f366 1"/>
                <a:gd name="f469" fmla="*/ 2155804 f366 1"/>
                <a:gd name="f470" fmla="*/ 2103975 f366 1"/>
                <a:gd name="f471" fmla="*/ 40789 f365 1"/>
                <a:gd name="f472" fmla="*/ 1656310 f366 1"/>
                <a:gd name="f473" fmla="*/ 470035 f365 1"/>
                <a:gd name="f474" fmla="*/ 806013 f366 1"/>
                <a:gd name="f475" fmla="*/ 1841133 f365 1"/>
                <a:gd name="f476" fmla="*/ 580685 f366 1"/>
                <a:gd name="f477" fmla="*/ 2606364 f365 1"/>
                <a:gd name="f478" fmla="*/ 503489 f366 1"/>
                <a:gd name="f479" fmla="*/ 3397276 f365 1"/>
                <a:gd name="f480" fmla="*/ 570135 f366 1"/>
                <a:gd name="f481" fmla="*/ 4188235 f365 1"/>
                <a:gd name="f482" fmla="*/ 783387 f366 1"/>
                <a:gd name="f483" fmla="*/ 4953850 f365 1"/>
                <a:gd name="f484" fmla="*/ 1628014 f366 1"/>
                <a:gd name="f485" fmla="*/ 6308245 f365 1"/>
                <a:gd name="f486" fmla="*/ 2235998 f366 1"/>
                <a:gd name="f487" fmla="*/ 6844829 f365 1"/>
                <a:gd name="f488" fmla="*/ 2255028 f366 1"/>
                <a:gd name="f489" fmla="*/ 1578787 f366 1"/>
                <a:gd name="f490" fmla="*/ 1465153 f366 1"/>
                <a:gd name="f491" fmla="*/ 6759050 f365 1"/>
                <a:gd name="f492" fmla="*/ 1303650 f366 1"/>
                <a:gd name="f493" fmla="*/ 6604267 f365 1"/>
                <a:gd name="f494" fmla="*/ 323708 f366 1"/>
                <a:gd name="f495" fmla="*/ 5126365 f365 1"/>
                <a:gd name="f496" fmla="*/ 872 f366 1"/>
                <a:gd name="f497" fmla="*/ 3391228 f365 1"/>
                <a:gd name="f498" fmla="*/ 105428 f366 1"/>
                <a:gd name="f499" fmla="*/ 2511899 f365 1"/>
                <a:gd name="f500" fmla="*/ 384933 f366 1"/>
                <a:gd name="f501" fmla="*/ 1670971 f365 1"/>
                <a:gd name="f502" fmla="*/ 1433593 f366 1"/>
                <a:gd name="f503" fmla="*/ 256095 f365 1"/>
                <a:gd name="f504" fmla="*/ 1602664 f366 1"/>
                <a:gd name="f505" fmla="*/ 113704 f365 1"/>
                <a:gd name="f506" fmla="*/ f367 1 f2"/>
                <a:gd name="f507" fmla="*/ f370 1 9313016"/>
                <a:gd name="f508" fmla="*/ f371 1 6858000"/>
                <a:gd name="f509" fmla="*/ f372 1 9313016"/>
                <a:gd name="f510" fmla="*/ f373 1 9313016"/>
                <a:gd name="f511" fmla="*/ f374 1 6858000"/>
                <a:gd name="f512" fmla="*/ f375 1 9313016"/>
                <a:gd name="f513" fmla="*/ f376 1 6858000"/>
                <a:gd name="f514" fmla="*/ f377 1 9313016"/>
                <a:gd name="f515" fmla="*/ f378 1 6858000"/>
                <a:gd name="f516" fmla="*/ f379 1 9313016"/>
                <a:gd name="f517" fmla="*/ f380 1 6858000"/>
                <a:gd name="f518" fmla="*/ f381 1 9313016"/>
                <a:gd name="f519" fmla="*/ f382 1 6858000"/>
                <a:gd name="f520" fmla="*/ f383 1 9313016"/>
                <a:gd name="f521" fmla="*/ f384 1 6858000"/>
                <a:gd name="f522" fmla="*/ f385 1 9313016"/>
                <a:gd name="f523" fmla="*/ f386 1 6858000"/>
                <a:gd name="f524" fmla="*/ f387 1 9313016"/>
                <a:gd name="f525" fmla="*/ f388 1 6858000"/>
                <a:gd name="f526" fmla="*/ f389 1 9313016"/>
                <a:gd name="f527" fmla="*/ f390 1 6858000"/>
                <a:gd name="f528" fmla="*/ f391 1 9313016"/>
                <a:gd name="f529" fmla="*/ f392 1 6858000"/>
                <a:gd name="f530" fmla="*/ f393 1 9313016"/>
                <a:gd name="f531" fmla="*/ f394 1 6858000"/>
                <a:gd name="f532" fmla="*/ f395 1 9313016"/>
                <a:gd name="f533" fmla="*/ f396 1 6858000"/>
                <a:gd name="f534" fmla="*/ f397 1 9313016"/>
                <a:gd name="f535" fmla="*/ f398 1 6858000"/>
                <a:gd name="f536" fmla="*/ f399 1 9313016"/>
                <a:gd name="f537" fmla="*/ f400 1 6858000"/>
                <a:gd name="f538" fmla="*/ f401 1 9313016"/>
                <a:gd name="f539" fmla="*/ f402 1 6858000"/>
                <a:gd name="f540" fmla="*/ f403 1 9313016"/>
                <a:gd name="f541" fmla="*/ f404 1 6858000"/>
                <a:gd name="f542" fmla="*/ f405 1 9313016"/>
                <a:gd name="f543" fmla="*/ f406 1 6858000"/>
                <a:gd name="f544" fmla="*/ f407 1 9313016"/>
                <a:gd name="f545" fmla="*/ f408 1 6858000"/>
                <a:gd name="f546" fmla="*/ f409 1 9313016"/>
                <a:gd name="f547" fmla="*/ f410 1 6858000"/>
                <a:gd name="f548" fmla="*/ f411 1 9313016"/>
                <a:gd name="f549" fmla="*/ f412 1 6858000"/>
                <a:gd name="f550" fmla="*/ f413 1 9313016"/>
                <a:gd name="f551" fmla="*/ f414 1 6858000"/>
                <a:gd name="f552" fmla="*/ f415 1 9313016"/>
                <a:gd name="f553" fmla="*/ f416 1 9313016"/>
                <a:gd name="f554" fmla="*/ f417 1 6858000"/>
                <a:gd name="f555" fmla="*/ f418 1 9313016"/>
                <a:gd name="f556" fmla="*/ f419 1 6858000"/>
                <a:gd name="f557" fmla="*/ f420 1 9313016"/>
                <a:gd name="f558" fmla="*/ f421 1 6858000"/>
                <a:gd name="f559" fmla="*/ f422 1 9313016"/>
                <a:gd name="f560" fmla="*/ f423 1 6858000"/>
                <a:gd name="f561" fmla="*/ f424 1 9313016"/>
                <a:gd name="f562" fmla="*/ f425 1 6858000"/>
                <a:gd name="f563" fmla="*/ f426 1 9313016"/>
                <a:gd name="f564" fmla="*/ f427 1 6858000"/>
                <a:gd name="f565" fmla="*/ f428 1 9313016"/>
                <a:gd name="f566" fmla="*/ f429 1 6858000"/>
                <a:gd name="f567" fmla="*/ f430 1 9313016"/>
                <a:gd name="f568" fmla="*/ f431 1 6858000"/>
                <a:gd name="f569" fmla="*/ f432 1 9313016"/>
                <a:gd name="f570" fmla="*/ f433 1 6858000"/>
                <a:gd name="f571" fmla="*/ f434 1 9313016"/>
                <a:gd name="f572" fmla="*/ f435 1 6858000"/>
                <a:gd name="f573" fmla="*/ f436 1 9313016"/>
                <a:gd name="f574" fmla="*/ f437 1 6858000"/>
                <a:gd name="f575" fmla="*/ f438 1 9313016"/>
                <a:gd name="f576" fmla="*/ f439 1 6858000"/>
                <a:gd name="f577" fmla="*/ f440 1 9313016"/>
                <a:gd name="f578" fmla="*/ f441 1 6858000"/>
                <a:gd name="f579" fmla="*/ f442 1 9313016"/>
                <a:gd name="f580" fmla="*/ f443 1 6858000"/>
                <a:gd name="f581" fmla="*/ f444 1 9313016"/>
                <a:gd name="f582" fmla="*/ f445 1 6858000"/>
                <a:gd name="f583" fmla="*/ f446 1 9313016"/>
                <a:gd name="f584" fmla="*/ f447 1 6858000"/>
                <a:gd name="f585" fmla="*/ f448 1 9313016"/>
                <a:gd name="f586" fmla="*/ f449 1 6858000"/>
                <a:gd name="f587" fmla="*/ f450 1 9313016"/>
                <a:gd name="f588" fmla="*/ f451 1 6858000"/>
                <a:gd name="f589" fmla="*/ f452 1 9313016"/>
                <a:gd name="f590" fmla="*/ f453 1 6858000"/>
                <a:gd name="f591" fmla="*/ f454 1 9313016"/>
                <a:gd name="f592" fmla="*/ f455 1 6858000"/>
                <a:gd name="f593" fmla="*/ f456 1 9313016"/>
                <a:gd name="f594" fmla="*/ f457 1 6858000"/>
                <a:gd name="f595" fmla="*/ f458 1 9313016"/>
                <a:gd name="f596" fmla="*/ f459 1 6858000"/>
                <a:gd name="f597" fmla="*/ f460 1 9313016"/>
                <a:gd name="f598" fmla="*/ f461 1 6858000"/>
                <a:gd name="f599" fmla="*/ f462 1 9313016"/>
                <a:gd name="f600" fmla="*/ f463 1 6858000"/>
                <a:gd name="f601" fmla="*/ f464 1 9313016"/>
                <a:gd name="f602" fmla="*/ f465 1 6858000"/>
                <a:gd name="f603" fmla="*/ f466 1 9313016"/>
                <a:gd name="f604" fmla="*/ f467 1 6858000"/>
                <a:gd name="f605" fmla="*/ f468 1 9313016"/>
                <a:gd name="f606" fmla="*/ f469 1 9313016"/>
                <a:gd name="f607" fmla="*/ f470 1 9313016"/>
                <a:gd name="f608" fmla="*/ f471 1 6858000"/>
                <a:gd name="f609" fmla="*/ f472 1 9313016"/>
                <a:gd name="f610" fmla="*/ f473 1 6858000"/>
                <a:gd name="f611" fmla="*/ f474 1 9313016"/>
                <a:gd name="f612" fmla="*/ f475 1 6858000"/>
                <a:gd name="f613" fmla="*/ f476 1 9313016"/>
                <a:gd name="f614" fmla="*/ f477 1 6858000"/>
                <a:gd name="f615" fmla="*/ f478 1 9313016"/>
                <a:gd name="f616" fmla="*/ f479 1 6858000"/>
                <a:gd name="f617" fmla="*/ f480 1 9313016"/>
                <a:gd name="f618" fmla="*/ f481 1 6858000"/>
                <a:gd name="f619" fmla="*/ f482 1 9313016"/>
                <a:gd name="f620" fmla="*/ f483 1 6858000"/>
                <a:gd name="f621" fmla="*/ f484 1 9313016"/>
                <a:gd name="f622" fmla="*/ f485 1 6858000"/>
                <a:gd name="f623" fmla="*/ f486 1 9313016"/>
                <a:gd name="f624" fmla="*/ f487 1 6858000"/>
                <a:gd name="f625" fmla="*/ f488 1 9313016"/>
                <a:gd name="f626" fmla="*/ f489 1 9313016"/>
                <a:gd name="f627" fmla="*/ f490 1 9313016"/>
                <a:gd name="f628" fmla="*/ f491 1 6858000"/>
                <a:gd name="f629" fmla="*/ f492 1 9313016"/>
                <a:gd name="f630" fmla="*/ f493 1 6858000"/>
                <a:gd name="f631" fmla="*/ f494 1 9313016"/>
                <a:gd name="f632" fmla="*/ f495 1 6858000"/>
                <a:gd name="f633" fmla="*/ f496 1 9313016"/>
                <a:gd name="f634" fmla="*/ f497 1 6858000"/>
                <a:gd name="f635" fmla="*/ f498 1 9313016"/>
                <a:gd name="f636" fmla="*/ f499 1 6858000"/>
                <a:gd name="f637" fmla="*/ f500 1 9313016"/>
                <a:gd name="f638" fmla="*/ f501 1 6858000"/>
                <a:gd name="f639" fmla="*/ f502 1 9313016"/>
                <a:gd name="f640" fmla="*/ f503 1 6858000"/>
                <a:gd name="f641" fmla="*/ f504 1 9313016"/>
                <a:gd name="f642" fmla="*/ f505 1 6858000"/>
                <a:gd name="f643" fmla="*/ f5 1 f368"/>
                <a:gd name="f644" fmla="*/ f6 1 f368"/>
                <a:gd name="f645" fmla="*/ f5 1 f369"/>
                <a:gd name="f646" fmla="*/ f7 1 f369"/>
                <a:gd name="f647" fmla="+- f506 0 f1"/>
                <a:gd name="f648" fmla="*/ f507 1 f368"/>
                <a:gd name="f649" fmla="*/ f508 1 f369"/>
                <a:gd name="f650" fmla="*/ f509 1 f368"/>
                <a:gd name="f651" fmla="*/ f510 1 f368"/>
                <a:gd name="f652" fmla="*/ f511 1 f369"/>
                <a:gd name="f653" fmla="*/ f512 1 f368"/>
                <a:gd name="f654" fmla="*/ f513 1 f369"/>
                <a:gd name="f655" fmla="*/ f514 1 f368"/>
                <a:gd name="f656" fmla="*/ f515 1 f369"/>
                <a:gd name="f657" fmla="*/ f516 1 f368"/>
                <a:gd name="f658" fmla="*/ f517 1 f369"/>
                <a:gd name="f659" fmla="*/ f518 1 f368"/>
                <a:gd name="f660" fmla="*/ f519 1 f369"/>
                <a:gd name="f661" fmla="*/ f520 1 f368"/>
                <a:gd name="f662" fmla="*/ f521 1 f369"/>
                <a:gd name="f663" fmla="*/ f522 1 f368"/>
                <a:gd name="f664" fmla="*/ f523 1 f369"/>
                <a:gd name="f665" fmla="*/ f524 1 f368"/>
                <a:gd name="f666" fmla="*/ f525 1 f369"/>
                <a:gd name="f667" fmla="*/ f526 1 f368"/>
                <a:gd name="f668" fmla="*/ f527 1 f369"/>
                <a:gd name="f669" fmla="*/ f528 1 f368"/>
                <a:gd name="f670" fmla="*/ f529 1 f369"/>
                <a:gd name="f671" fmla="*/ f530 1 f368"/>
                <a:gd name="f672" fmla="*/ f531 1 f369"/>
                <a:gd name="f673" fmla="*/ f532 1 f368"/>
                <a:gd name="f674" fmla="*/ f533 1 f369"/>
                <a:gd name="f675" fmla="*/ f534 1 f368"/>
                <a:gd name="f676" fmla="*/ f535 1 f369"/>
                <a:gd name="f677" fmla="*/ f536 1 f368"/>
                <a:gd name="f678" fmla="*/ f537 1 f369"/>
                <a:gd name="f679" fmla="*/ f538 1 f368"/>
                <a:gd name="f680" fmla="*/ f539 1 f369"/>
                <a:gd name="f681" fmla="*/ f540 1 f368"/>
                <a:gd name="f682" fmla="*/ f541 1 f369"/>
                <a:gd name="f683" fmla="*/ f542 1 f368"/>
                <a:gd name="f684" fmla="*/ f543 1 f369"/>
                <a:gd name="f685" fmla="*/ f544 1 f368"/>
                <a:gd name="f686" fmla="*/ f545 1 f369"/>
                <a:gd name="f687" fmla="*/ f546 1 f368"/>
                <a:gd name="f688" fmla="*/ f547 1 f369"/>
                <a:gd name="f689" fmla="*/ f548 1 f368"/>
                <a:gd name="f690" fmla="*/ f549 1 f369"/>
                <a:gd name="f691" fmla="*/ f550 1 f368"/>
                <a:gd name="f692" fmla="*/ f551 1 f369"/>
                <a:gd name="f693" fmla="*/ f552 1 f368"/>
                <a:gd name="f694" fmla="*/ f553 1 f368"/>
                <a:gd name="f695" fmla="*/ f554 1 f369"/>
                <a:gd name="f696" fmla="*/ f555 1 f368"/>
                <a:gd name="f697" fmla="*/ f556 1 f369"/>
                <a:gd name="f698" fmla="*/ f557 1 f368"/>
                <a:gd name="f699" fmla="*/ f558 1 f369"/>
                <a:gd name="f700" fmla="*/ f559 1 f368"/>
                <a:gd name="f701" fmla="*/ f560 1 f369"/>
                <a:gd name="f702" fmla="*/ f561 1 f368"/>
                <a:gd name="f703" fmla="*/ f562 1 f369"/>
                <a:gd name="f704" fmla="*/ f563 1 f368"/>
                <a:gd name="f705" fmla="*/ f564 1 f369"/>
                <a:gd name="f706" fmla="*/ f565 1 f368"/>
                <a:gd name="f707" fmla="*/ f566 1 f369"/>
                <a:gd name="f708" fmla="*/ f567 1 f368"/>
                <a:gd name="f709" fmla="*/ f568 1 f369"/>
                <a:gd name="f710" fmla="*/ f569 1 f368"/>
                <a:gd name="f711" fmla="*/ f570 1 f369"/>
                <a:gd name="f712" fmla="*/ f571 1 f368"/>
                <a:gd name="f713" fmla="*/ f572 1 f369"/>
                <a:gd name="f714" fmla="*/ f573 1 f368"/>
                <a:gd name="f715" fmla="*/ f574 1 f369"/>
                <a:gd name="f716" fmla="*/ f575 1 f368"/>
                <a:gd name="f717" fmla="*/ f576 1 f369"/>
                <a:gd name="f718" fmla="*/ f577 1 f368"/>
                <a:gd name="f719" fmla="*/ f578 1 f369"/>
                <a:gd name="f720" fmla="*/ f579 1 f368"/>
                <a:gd name="f721" fmla="*/ f580 1 f369"/>
                <a:gd name="f722" fmla="*/ f581 1 f368"/>
                <a:gd name="f723" fmla="*/ f582 1 f369"/>
                <a:gd name="f724" fmla="*/ f583 1 f368"/>
                <a:gd name="f725" fmla="*/ f584 1 f369"/>
                <a:gd name="f726" fmla="*/ f585 1 f368"/>
                <a:gd name="f727" fmla="*/ f586 1 f369"/>
                <a:gd name="f728" fmla="*/ f587 1 f368"/>
                <a:gd name="f729" fmla="*/ f588 1 f369"/>
                <a:gd name="f730" fmla="*/ f589 1 f368"/>
                <a:gd name="f731" fmla="*/ f590 1 f369"/>
                <a:gd name="f732" fmla="*/ f591 1 f368"/>
                <a:gd name="f733" fmla="*/ f592 1 f369"/>
                <a:gd name="f734" fmla="*/ f593 1 f368"/>
                <a:gd name="f735" fmla="*/ f594 1 f369"/>
                <a:gd name="f736" fmla="*/ f595 1 f368"/>
                <a:gd name="f737" fmla="*/ f596 1 f369"/>
                <a:gd name="f738" fmla="*/ f597 1 f368"/>
                <a:gd name="f739" fmla="*/ f598 1 f369"/>
                <a:gd name="f740" fmla="*/ f599 1 f368"/>
                <a:gd name="f741" fmla="*/ f600 1 f369"/>
                <a:gd name="f742" fmla="*/ f601 1 f368"/>
                <a:gd name="f743" fmla="*/ f602 1 f369"/>
                <a:gd name="f744" fmla="*/ f603 1 f368"/>
                <a:gd name="f745" fmla="*/ f604 1 f369"/>
                <a:gd name="f746" fmla="*/ f605 1 f368"/>
                <a:gd name="f747" fmla="*/ f606 1 f368"/>
                <a:gd name="f748" fmla="*/ f607 1 f368"/>
                <a:gd name="f749" fmla="*/ f608 1 f369"/>
                <a:gd name="f750" fmla="*/ f609 1 f368"/>
                <a:gd name="f751" fmla="*/ f610 1 f369"/>
                <a:gd name="f752" fmla="*/ f611 1 f368"/>
                <a:gd name="f753" fmla="*/ f612 1 f369"/>
                <a:gd name="f754" fmla="*/ f613 1 f368"/>
                <a:gd name="f755" fmla="*/ f614 1 f369"/>
                <a:gd name="f756" fmla="*/ f615 1 f368"/>
                <a:gd name="f757" fmla="*/ f616 1 f369"/>
                <a:gd name="f758" fmla="*/ f617 1 f368"/>
                <a:gd name="f759" fmla="*/ f618 1 f369"/>
                <a:gd name="f760" fmla="*/ f619 1 f368"/>
                <a:gd name="f761" fmla="*/ f620 1 f369"/>
                <a:gd name="f762" fmla="*/ f621 1 f368"/>
                <a:gd name="f763" fmla="*/ f622 1 f369"/>
                <a:gd name="f764" fmla="*/ f623 1 f368"/>
                <a:gd name="f765" fmla="*/ f624 1 f369"/>
                <a:gd name="f766" fmla="*/ f625 1 f368"/>
                <a:gd name="f767" fmla="*/ f626 1 f368"/>
                <a:gd name="f768" fmla="*/ f627 1 f368"/>
                <a:gd name="f769" fmla="*/ f628 1 f369"/>
                <a:gd name="f770" fmla="*/ f629 1 f368"/>
                <a:gd name="f771" fmla="*/ f630 1 f369"/>
                <a:gd name="f772" fmla="*/ f631 1 f368"/>
                <a:gd name="f773" fmla="*/ f632 1 f369"/>
                <a:gd name="f774" fmla="*/ f633 1 f368"/>
                <a:gd name="f775" fmla="*/ f634 1 f369"/>
                <a:gd name="f776" fmla="*/ f635 1 f368"/>
                <a:gd name="f777" fmla="*/ f636 1 f369"/>
                <a:gd name="f778" fmla="*/ f637 1 f368"/>
                <a:gd name="f779" fmla="*/ f638 1 f369"/>
                <a:gd name="f780" fmla="*/ f639 1 f368"/>
                <a:gd name="f781" fmla="*/ f640 1 f369"/>
                <a:gd name="f782" fmla="*/ f641 1 f368"/>
                <a:gd name="f783" fmla="*/ f642 1 f369"/>
                <a:gd name="f784" fmla="*/ f643 f363 1"/>
                <a:gd name="f785" fmla="*/ f644 f363 1"/>
                <a:gd name="f786" fmla="*/ f646 f364 1"/>
                <a:gd name="f787" fmla="*/ f645 f364 1"/>
                <a:gd name="f788" fmla="*/ f648 f363 1"/>
                <a:gd name="f789" fmla="*/ f649 f364 1"/>
                <a:gd name="f790" fmla="*/ f650 f363 1"/>
                <a:gd name="f791" fmla="*/ f651 f363 1"/>
                <a:gd name="f792" fmla="*/ f652 f364 1"/>
                <a:gd name="f793" fmla="*/ f653 f363 1"/>
                <a:gd name="f794" fmla="*/ f654 f364 1"/>
                <a:gd name="f795" fmla="*/ f655 f363 1"/>
                <a:gd name="f796" fmla="*/ f656 f364 1"/>
                <a:gd name="f797" fmla="*/ f657 f363 1"/>
                <a:gd name="f798" fmla="*/ f658 f364 1"/>
                <a:gd name="f799" fmla="*/ f659 f363 1"/>
                <a:gd name="f800" fmla="*/ f660 f364 1"/>
                <a:gd name="f801" fmla="*/ f661 f363 1"/>
                <a:gd name="f802" fmla="*/ f662 f364 1"/>
                <a:gd name="f803" fmla="*/ f663 f363 1"/>
                <a:gd name="f804" fmla="*/ f664 f364 1"/>
                <a:gd name="f805" fmla="*/ f665 f363 1"/>
                <a:gd name="f806" fmla="*/ f666 f364 1"/>
                <a:gd name="f807" fmla="*/ f667 f363 1"/>
                <a:gd name="f808" fmla="*/ f668 f364 1"/>
                <a:gd name="f809" fmla="*/ f669 f363 1"/>
                <a:gd name="f810" fmla="*/ f670 f364 1"/>
                <a:gd name="f811" fmla="*/ f671 f363 1"/>
                <a:gd name="f812" fmla="*/ f672 f364 1"/>
                <a:gd name="f813" fmla="*/ f673 f363 1"/>
                <a:gd name="f814" fmla="*/ f674 f364 1"/>
                <a:gd name="f815" fmla="*/ f675 f363 1"/>
                <a:gd name="f816" fmla="*/ f676 f364 1"/>
                <a:gd name="f817" fmla="*/ f677 f363 1"/>
                <a:gd name="f818" fmla="*/ f678 f364 1"/>
                <a:gd name="f819" fmla="*/ f679 f363 1"/>
                <a:gd name="f820" fmla="*/ f680 f364 1"/>
                <a:gd name="f821" fmla="*/ f681 f363 1"/>
                <a:gd name="f822" fmla="*/ f682 f364 1"/>
                <a:gd name="f823" fmla="*/ f683 f363 1"/>
                <a:gd name="f824" fmla="*/ f684 f364 1"/>
                <a:gd name="f825" fmla="*/ f685 f363 1"/>
                <a:gd name="f826" fmla="*/ f686 f364 1"/>
                <a:gd name="f827" fmla="*/ f687 f363 1"/>
                <a:gd name="f828" fmla="*/ f688 f364 1"/>
                <a:gd name="f829" fmla="*/ f689 f363 1"/>
                <a:gd name="f830" fmla="*/ f690 f364 1"/>
                <a:gd name="f831" fmla="*/ f691 f363 1"/>
                <a:gd name="f832" fmla="*/ f692 f364 1"/>
                <a:gd name="f833" fmla="*/ f693 f363 1"/>
                <a:gd name="f834" fmla="*/ f694 f363 1"/>
                <a:gd name="f835" fmla="*/ f695 f364 1"/>
                <a:gd name="f836" fmla="*/ f696 f363 1"/>
                <a:gd name="f837" fmla="*/ f697 f364 1"/>
                <a:gd name="f838" fmla="*/ f698 f363 1"/>
                <a:gd name="f839" fmla="*/ f699 f364 1"/>
                <a:gd name="f840" fmla="*/ f700 f363 1"/>
                <a:gd name="f841" fmla="*/ f701 f364 1"/>
                <a:gd name="f842" fmla="*/ f702 f363 1"/>
                <a:gd name="f843" fmla="*/ f703 f364 1"/>
                <a:gd name="f844" fmla="*/ f704 f363 1"/>
                <a:gd name="f845" fmla="*/ f705 f364 1"/>
                <a:gd name="f846" fmla="*/ f706 f363 1"/>
                <a:gd name="f847" fmla="*/ f707 f364 1"/>
                <a:gd name="f848" fmla="*/ f708 f363 1"/>
                <a:gd name="f849" fmla="*/ f709 f364 1"/>
                <a:gd name="f850" fmla="*/ f710 f363 1"/>
                <a:gd name="f851" fmla="*/ f711 f364 1"/>
                <a:gd name="f852" fmla="*/ f712 f363 1"/>
                <a:gd name="f853" fmla="*/ f713 f364 1"/>
                <a:gd name="f854" fmla="*/ f714 f363 1"/>
                <a:gd name="f855" fmla="*/ f715 f364 1"/>
                <a:gd name="f856" fmla="*/ f716 f363 1"/>
                <a:gd name="f857" fmla="*/ f717 f364 1"/>
                <a:gd name="f858" fmla="*/ f718 f363 1"/>
                <a:gd name="f859" fmla="*/ f719 f364 1"/>
                <a:gd name="f860" fmla="*/ f720 f363 1"/>
                <a:gd name="f861" fmla="*/ f721 f364 1"/>
                <a:gd name="f862" fmla="*/ f722 f363 1"/>
                <a:gd name="f863" fmla="*/ f723 f364 1"/>
                <a:gd name="f864" fmla="*/ f724 f363 1"/>
                <a:gd name="f865" fmla="*/ f725 f364 1"/>
                <a:gd name="f866" fmla="*/ f726 f363 1"/>
                <a:gd name="f867" fmla="*/ f727 f364 1"/>
                <a:gd name="f868" fmla="*/ f728 f363 1"/>
                <a:gd name="f869" fmla="*/ f729 f364 1"/>
                <a:gd name="f870" fmla="*/ f730 f363 1"/>
                <a:gd name="f871" fmla="*/ f731 f364 1"/>
                <a:gd name="f872" fmla="*/ f732 f363 1"/>
                <a:gd name="f873" fmla="*/ f733 f364 1"/>
                <a:gd name="f874" fmla="*/ f734 f363 1"/>
                <a:gd name="f875" fmla="*/ f735 f364 1"/>
                <a:gd name="f876" fmla="*/ f736 f363 1"/>
                <a:gd name="f877" fmla="*/ f737 f364 1"/>
                <a:gd name="f878" fmla="*/ f738 f363 1"/>
                <a:gd name="f879" fmla="*/ f739 f364 1"/>
                <a:gd name="f880" fmla="*/ f740 f363 1"/>
                <a:gd name="f881" fmla="*/ f741 f364 1"/>
                <a:gd name="f882" fmla="*/ f742 f363 1"/>
                <a:gd name="f883" fmla="*/ f743 f364 1"/>
                <a:gd name="f884" fmla="*/ f744 f363 1"/>
                <a:gd name="f885" fmla="*/ f745 f364 1"/>
                <a:gd name="f886" fmla="*/ f746 f363 1"/>
                <a:gd name="f887" fmla="*/ f747 f363 1"/>
                <a:gd name="f888" fmla="*/ f748 f363 1"/>
                <a:gd name="f889" fmla="*/ f749 f364 1"/>
                <a:gd name="f890" fmla="*/ f750 f363 1"/>
                <a:gd name="f891" fmla="*/ f751 f364 1"/>
                <a:gd name="f892" fmla="*/ f752 f363 1"/>
                <a:gd name="f893" fmla="*/ f753 f364 1"/>
                <a:gd name="f894" fmla="*/ f754 f363 1"/>
                <a:gd name="f895" fmla="*/ f755 f364 1"/>
                <a:gd name="f896" fmla="*/ f756 f363 1"/>
                <a:gd name="f897" fmla="*/ f757 f364 1"/>
                <a:gd name="f898" fmla="*/ f758 f363 1"/>
                <a:gd name="f899" fmla="*/ f759 f364 1"/>
                <a:gd name="f900" fmla="*/ f760 f363 1"/>
                <a:gd name="f901" fmla="*/ f761 f364 1"/>
                <a:gd name="f902" fmla="*/ f762 f363 1"/>
                <a:gd name="f903" fmla="*/ f763 f364 1"/>
                <a:gd name="f904" fmla="*/ f764 f363 1"/>
                <a:gd name="f905" fmla="*/ f765 f364 1"/>
                <a:gd name="f906" fmla="*/ f766 f363 1"/>
                <a:gd name="f907" fmla="*/ f767 f363 1"/>
                <a:gd name="f908" fmla="*/ f768 f363 1"/>
                <a:gd name="f909" fmla="*/ f769 f364 1"/>
                <a:gd name="f910" fmla="*/ f770 f363 1"/>
                <a:gd name="f911" fmla="*/ f771 f364 1"/>
                <a:gd name="f912" fmla="*/ f772 f363 1"/>
                <a:gd name="f913" fmla="*/ f773 f364 1"/>
                <a:gd name="f914" fmla="*/ f774 f363 1"/>
                <a:gd name="f915" fmla="*/ f775 f364 1"/>
                <a:gd name="f916" fmla="*/ f776 f363 1"/>
                <a:gd name="f917" fmla="*/ f777 f364 1"/>
                <a:gd name="f918" fmla="*/ f778 f363 1"/>
                <a:gd name="f919" fmla="*/ f779 f364 1"/>
                <a:gd name="f920" fmla="*/ f780 f363 1"/>
                <a:gd name="f921" fmla="*/ f781 f364 1"/>
                <a:gd name="f922" fmla="*/ f782 f363 1"/>
                <a:gd name="f923" fmla="*/ f783 f36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647">
                  <a:pos x="f788" y="f789"/>
                </a:cxn>
                <a:cxn ang="f647">
                  <a:pos x="f790" y="f789"/>
                </a:cxn>
                <a:cxn ang="f647">
                  <a:pos x="f791" y="f792"/>
                </a:cxn>
                <a:cxn ang="f647">
                  <a:pos x="f793" y="f794"/>
                </a:cxn>
                <a:cxn ang="f647">
                  <a:pos x="f795" y="f796"/>
                </a:cxn>
                <a:cxn ang="f647">
                  <a:pos x="f797" y="f798"/>
                </a:cxn>
                <a:cxn ang="f647">
                  <a:pos x="f799" y="f800"/>
                </a:cxn>
                <a:cxn ang="f647">
                  <a:pos x="f801" y="f802"/>
                </a:cxn>
                <a:cxn ang="f647">
                  <a:pos x="f803" y="f804"/>
                </a:cxn>
                <a:cxn ang="f647">
                  <a:pos x="f805" y="f806"/>
                </a:cxn>
                <a:cxn ang="f647">
                  <a:pos x="f807" y="f808"/>
                </a:cxn>
                <a:cxn ang="f647">
                  <a:pos x="f809" y="f810"/>
                </a:cxn>
                <a:cxn ang="f647">
                  <a:pos x="f811" y="f812"/>
                </a:cxn>
                <a:cxn ang="f647">
                  <a:pos x="f813" y="f814"/>
                </a:cxn>
                <a:cxn ang="f647">
                  <a:pos x="f815" y="f816"/>
                </a:cxn>
                <a:cxn ang="f647">
                  <a:pos x="f817" y="f818"/>
                </a:cxn>
                <a:cxn ang="f647">
                  <a:pos x="f819" y="f820"/>
                </a:cxn>
                <a:cxn ang="f647">
                  <a:pos x="f821" y="f822"/>
                </a:cxn>
                <a:cxn ang="f647">
                  <a:pos x="f823" y="f824"/>
                </a:cxn>
                <a:cxn ang="f647">
                  <a:pos x="f825" y="f826"/>
                </a:cxn>
                <a:cxn ang="f647">
                  <a:pos x="f827" y="f828"/>
                </a:cxn>
                <a:cxn ang="f647">
                  <a:pos x="f829" y="f830"/>
                </a:cxn>
                <a:cxn ang="f647">
                  <a:pos x="f831" y="f832"/>
                </a:cxn>
                <a:cxn ang="f647">
                  <a:pos x="f833" y="f832"/>
                </a:cxn>
                <a:cxn ang="f647">
                  <a:pos x="f834" y="f835"/>
                </a:cxn>
                <a:cxn ang="f647">
                  <a:pos x="f836" y="f837"/>
                </a:cxn>
                <a:cxn ang="f647">
                  <a:pos x="f838" y="f839"/>
                </a:cxn>
                <a:cxn ang="f647">
                  <a:pos x="f840" y="f841"/>
                </a:cxn>
                <a:cxn ang="f647">
                  <a:pos x="f842" y="f843"/>
                </a:cxn>
                <a:cxn ang="f647">
                  <a:pos x="f844" y="f845"/>
                </a:cxn>
                <a:cxn ang="f647">
                  <a:pos x="f846" y="f847"/>
                </a:cxn>
                <a:cxn ang="f647">
                  <a:pos x="f848" y="f849"/>
                </a:cxn>
                <a:cxn ang="f647">
                  <a:pos x="f850" y="f851"/>
                </a:cxn>
                <a:cxn ang="f647">
                  <a:pos x="f852" y="f853"/>
                </a:cxn>
                <a:cxn ang="f647">
                  <a:pos x="f854" y="f855"/>
                </a:cxn>
                <a:cxn ang="f647">
                  <a:pos x="f856" y="f857"/>
                </a:cxn>
                <a:cxn ang="f647">
                  <a:pos x="f858" y="f859"/>
                </a:cxn>
                <a:cxn ang="f647">
                  <a:pos x="f860" y="f861"/>
                </a:cxn>
                <a:cxn ang="f647">
                  <a:pos x="f862" y="f863"/>
                </a:cxn>
                <a:cxn ang="f647">
                  <a:pos x="f864" y="f865"/>
                </a:cxn>
                <a:cxn ang="f647">
                  <a:pos x="f866" y="f867"/>
                </a:cxn>
                <a:cxn ang="f647">
                  <a:pos x="f868" y="f869"/>
                </a:cxn>
                <a:cxn ang="f647">
                  <a:pos x="f870" y="f871"/>
                </a:cxn>
                <a:cxn ang="f647">
                  <a:pos x="f872" y="f873"/>
                </a:cxn>
                <a:cxn ang="f647">
                  <a:pos x="f874" y="f875"/>
                </a:cxn>
                <a:cxn ang="f647">
                  <a:pos x="f876" y="f877"/>
                </a:cxn>
                <a:cxn ang="f647">
                  <a:pos x="f878" y="f879"/>
                </a:cxn>
                <a:cxn ang="f647">
                  <a:pos x="f880" y="f881"/>
                </a:cxn>
                <a:cxn ang="f647">
                  <a:pos x="f882" y="f883"/>
                </a:cxn>
                <a:cxn ang="f647">
                  <a:pos x="f884" y="f885"/>
                </a:cxn>
                <a:cxn ang="f647">
                  <a:pos x="f886" y="f789"/>
                </a:cxn>
                <a:cxn ang="f647">
                  <a:pos x="f887" y="f789"/>
                </a:cxn>
                <a:cxn ang="f647">
                  <a:pos x="f888" y="f889"/>
                </a:cxn>
                <a:cxn ang="f647">
                  <a:pos x="f890" y="f891"/>
                </a:cxn>
                <a:cxn ang="f647">
                  <a:pos x="f892" y="f893"/>
                </a:cxn>
                <a:cxn ang="f647">
                  <a:pos x="f894" y="f895"/>
                </a:cxn>
                <a:cxn ang="f647">
                  <a:pos x="f896" y="f897"/>
                </a:cxn>
                <a:cxn ang="f647">
                  <a:pos x="f898" y="f899"/>
                </a:cxn>
                <a:cxn ang="f647">
                  <a:pos x="f900" y="f901"/>
                </a:cxn>
                <a:cxn ang="f647">
                  <a:pos x="f902" y="f903"/>
                </a:cxn>
                <a:cxn ang="f647">
                  <a:pos x="f904" y="f905"/>
                </a:cxn>
                <a:cxn ang="f647">
                  <a:pos x="f906" y="f832"/>
                </a:cxn>
                <a:cxn ang="f647">
                  <a:pos x="f907" y="f832"/>
                </a:cxn>
                <a:cxn ang="f647">
                  <a:pos x="f908" y="f909"/>
                </a:cxn>
                <a:cxn ang="f647">
                  <a:pos x="f910" y="f911"/>
                </a:cxn>
                <a:cxn ang="f647">
                  <a:pos x="f912" y="f913"/>
                </a:cxn>
                <a:cxn ang="f647">
                  <a:pos x="f914" y="f915"/>
                </a:cxn>
                <a:cxn ang="f647">
                  <a:pos x="f916" y="f917"/>
                </a:cxn>
                <a:cxn ang="f647">
                  <a:pos x="f918" y="f919"/>
                </a:cxn>
                <a:cxn ang="f647">
                  <a:pos x="f920" y="f921"/>
                </a:cxn>
                <a:cxn ang="f647">
                  <a:pos x="f922" y="f923"/>
                </a:cxn>
              </a:cxnLst>
              <a:rect l="f784" t="f787" r="f785" b="f786"/>
              <a:pathLst>
                <a:path w="9313016" h="6858000">
                  <a:moveTo>
                    <a:pt x="f8" y="f5"/>
                  </a:moveTo>
                  <a:lnTo>
                    <a:pt x="f9" y="f5"/>
                  </a:lnTo>
                  <a:lnTo>
                    <a:pt x="f10" y="f11"/>
                  </a:lnTo>
                  <a:cubicBezTo>
                    <a:pt x="f12" y="f13"/>
                    <a:pt x="f14" y="f15"/>
                    <a:pt x="f16" y="f17"/>
                  </a:cubicBezTo>
                  <a:cubicBezTo>
                    <a:pt x="f18" y="f19"/>
                    <a:pt x="f20" y="f21"/>
                    <a:pt x="f22" y="f23"/>
                  </a:cubicBezTo>
                  <a:cubicBezTo>
                    <a:pt x="f24" y="f25"/>
                    <a:pt x="f26" y="f27"/>
                    <a:pt x="f28" y="f29"/>
                  </a:cubicBezTo>
                  <a:cubicBezTo>
                    <a:pt x="f30" y="f31"/>
                    <a:pt x="f32" y="f33"/>
                    <a:pt x="f34" y="f35"/>
                  </a:cubicBezTo>
                  <a:cubicBezTo>
                    <a:pt x="f36" y="f37"/>
                    <a:pt x="f38" y="f39"/>
                    <a:pt x="f40" y="f41"/>
                  </a:cubicBezTo>
                  <a:cubicBezTo>
                    <a:pt x="f42" y="f43"/>
                    <a:pt x="f44" y="f45"/>
                    <a:pt x="f46" y="f47"/>
                  </a:cubicBezTo>
                  <a:cubicBezTo>
                    <a:pt x="f48" y="f49"/>
                    <a:pt x="f50" y="f51"/>
                    <a:pt x="f52" y="f53"/>
                  </a:cubicBezTo>
                  <a:cubicBezTo>
                    <a:pt x="f54" y="f55"/>
                    <a:pt x="f56" y="f57"/>
                    <a:pt x="f58" y="f59"/>
                  </a:cubicBezTo>
                  <a:cubicBezTo>
                    <a:pt x="f60" y="f61"/>
                    <a:pt x="f62" y="f63"/>
                    <a:pt x="f64" y="f65"/>
                  </a:cubicBezTo>
                  <a:cubicBezTo>
                    <a:pt x="f66" y="f67"/>
                    <a:pt x="f68" y="f69"/>
                    <a:pt x="f70" y="f71"/>
                  </a:cubicBezTo>
                  <a:cubicBezTo>
                    <a:pt x="f72" y="f73"/>
                    <a:pt x="f74" y="f75"/>
                    <a:pt x="f76" y="f77"/>
                  </a:cubicBezTo>
                  <a:cubicBezTo>
                    <a:pt x="f78" y="f79"/>
                    <a:pt x="f80" y="f81"/>
                    <a:pt x="f82" y="f83"/>
                  </a:cubicBezTo>
                  <a:cubicBezTo>
                    <a:pt x="f84" y="f85"/>
                    <a:pt x="f86" y="f87"/>
                    <a:pt x="f88" y="f89"/>
                  </a:cubicBezTo>
                  <a:cubicBezTo>
                    <a:pt x="f90" y="f91"/>
                    <a:pt x="f92" y="f93"/>
                    <a:pt x="f94" y="f95"/>
                  </a:cubicBezTo>
                  <a:cubicBezTo>
                    <a:pt x="f96" y="f97"/>
                    <a:pt x="f98" y="f99"/>
                    <a:pt x="f100" y="f101"/>
                  </a:cubicBezTo>
                  <a:cubicBezTo>
                    <a:pt x="f102" y="f103"/>
                    <a:pt x="f104" y="f105"/>
                    <a:pt x="f106" y="f107"/>
                  </a:cubicBezTo>
                  <a:cubicBezTo>
                    <a:pt x="f108" y="f109"/>
                    <a:pt x="f110" y="f111"/>
                    <a:pt x="f112" y="f113"/>
                  </a:cubicBezTo>
                  <a:cubicBezTo>
                    <a:pt x="f114" y="f115"/>
                    <a:pt x="f116" y="f117"/>
                    <a:pt x="f118" y="f119"/>
                  </a:cubicBezTo>
                  <a:cubicBezTo>
                    <a:pt x="f120" y="f121"/>
                    <a:pt x="f122" y="f123"/>
                    <a:pt x="f124" y="f125"/>
                  </a:cubicBezTo>
                  <a:lnTo>
                    <a:pt x="f126" y="f7"/>
                  </a:lnTo>
                  <a:lnTo>
                    <a:pt x="f127" y="f7"/>
                  </a:lnTo>
                  <a:lnTo>
                    <a:pt x="f128" y="f129"/>
                  </a:lnTo>
                  <a:cubicBezTo>
                    <a:pt x="f130" y="f131"/>
                    <a:pt x="f132" y="f133"/>
                    <a:pt x="f134" y="f135"/>
                  </a:cubicBezTo>
                  <a:cubicBezTo>
                    <a:pt x="f136" y="f137"/>
                    <a:pt x="f138" y="f139"/>
                    <a:pt x="f140" y="f141"/>
                  </a:cubicBezTo>
                  <a:lnTo>
                    <a:pt x="f142" y="f143"/>
                  </a:lnTo>
                  <a:cubicBezTo>
                    <a:pt x="f144" y="f145"/>
                    <a:pt x="f146" y="f147"/>
                    <a:pt x="f148" y="f149"/>
                  </a:cubicBezTo>
                  <a:cubicBezTo>
                    <a:pt x="f150" y="f151"/>
                    <a:pt x="f152" y="f153"/>
                    <a:pt x="f154" y="f155"/>
                  </a:cubicBezTo>
                  <a:cubicBezTo>
                    <a:pt x="f156" y="f157"/>
                    <a:pt x="f158" y="f159"/>
                    <a:pt x="f160" y="f161"/>
                  </a:cubicBezTo>
                  <a:cubicBezTo>
                    <a:pt x="f162" y="f163"/>
                    <a:pt x="f164" y="f165"/>
                    <a:pt x="f166" y="f167"/>
                  </a:cubicBezTo>
                  <a:cubicBezTo>
                    <a:pt x="f168" y="f169"/>
                    <a:pt x="f170" y="f171"/>
                    <a:pt x="f172" y="f173"/>
                  </a:cubicBezTo>
                  <a:cubicBezTo>
                    <a:pt x="f174" y="f175"/>
                    <a:pt x="f176" y="f177"/>
                    <a:pt x="f178" y="f179"/>
                  </a:cubicBezTo>
                  <a:cubicBezTo>
                    <a:pt x="f180" y="f181"/>
                    <a:pt x="f182" y="f183"/>
                    <a:pt x="f184" y="f185"/>
                  </a:cubicBezTo>
                  <a:lnTo>
                    <a:pt x="f186" y="f187"/>
                  </a:lnTo>
                  <a:lnTo>
                    <a:pt x="f188" y="f189"/>
                  </a:lnTo>
                  <a:cubicBezTo>
                    <a:pt x="f190" y="f191"/>
                    <a:pt x="f192" y="f193"/>
                    <a:pt x="f194" y="f195"/>
                  </a:cubicBezTo>
                  <a:cubicBezTo>
                    <a:pt x="f196" y="f197"/>
                    <a:pt x="f198" y="f199"/>
                    <a:pt x="f200" y="f201"/>
                  </a:cubicBezTo>
                  <a:lnTo>
                    <a:pt x="f202" y="f203"/>
                  </a:lnTo>
                  <a:cubicBezTo>
                    <a:pt x="f204" y="f205"/>
                    <a:pt x="f206" y="f207"/>
                    <a:pt x="f208" y="f209"/>
                  </a:cubicBezTo>
                  <a:cubicBezTo>
                    <a:pt x="f210" y="f211"/>
                    <a:pt x="f212" y="f213"/>
                    <a:pt x="f214" y="f215"/>
                  </a:cubicBezTo>
                  <a:cubicBezTo>
                    <a:pt x="f216" y="f217"/>
                    <a:pt x="f218" y="f219"/>
                    <a:pt x="f220" y="f221"/>
                  </a:cubicBezTo>
                  <a:cubicBezTo>
                    <a:pt x="f222" y="f223"/>
                    <a:pt x="f224" y="f225"/>
                    <a:pt x="f226" y="f227"/>
                  </a:cubicBezTo>
                  <a:cubicBezTo>
                    <a:pt x="f228" y="f229"/>
                    <a:pt x="f230" y="f231"/>
                    <a:pt x="f232" y="f233"/>
                  </a:cubicBezTo>
                  <a:cubicBezTo>
                    <a:pt x="f234" y="f235"/>
                    <a:pt x="f236" y="f237"/>
                    <a:pt x="f238" y="f239"/>
                  </a:cubicBezTo>
                  <a:cubicBezTo>
                    <a:pt x="f240" y="f241"/>
                    <a:pt x="f242" y="f243"/>
                    <a:pt x="f244" y="f245"/>
                  </a:cubicBezTo>
                  <a:cubicBezTo>
                    <a:pt x="f246" y="f247"/>
                    <a:pt x="f248" y="f249"/>
                    <a:pt x="f250" y="f251"/>
                  </a:cubicBezTo>
                  <a:cubicBezTo>
                    <a:pt x="f252" y="f253"/>
                    <a:pt x="f254" y="f255"/>
                    <a:pt x="f256" y="f257"/>
                  </a:cubicBezTo>
                  <a:cubicBezTo>
                    <a:pt x="f258" y="f259"/>
                    <a:pt x="f260" y="f261"/>
                    <a:pt x="f262" y="f263"/>
                  </a:cubicBezTo>
                  <a:close/>
                  <a:moveTo>
                    <a:pt x="f264" y="f5"/>
                  </a:moveTo>
                  <a:lnTo>
                    <a:pt x="f265" y="f5"/>
                  </a:lnTo>
                  <a:lnTo>
                    <a:pt x="f266" y="f267"/>
                  </a:lnTo>
                  <a:cubicBezTo>
                    <a:pt x="f268" y="f269"/>
                    <a:pt x="f270" y="f271"/>
                    <a:pt x="f272" y="f273"/>
                  </a:cubicBezTo>
                  <a:cubicBezTo>
                    <a:pt x="f274" y="f275"/>
                    <a:pt x="f276" y="f277"/>
                    <a:pt x="f278" y="f279"/>
                  </a:cubicBezTo>
                  <a:cubicBezTo>
                    <a:pt x="f280" y="f281"/>
                    <a:pt x="f282" y="f283"/>
                    <a:pt x="f284" y="f285"/>
                  </a:cubicBezTo>
                  <a:cubicBezTo>
                    <a:pt x="f286" y="f287"/>
                    <a:pt x="f288" y="f289"/>
                    <a:pt x="f290" y="f291"/>
                  </a:cubicBezTo>
                  <a:cubicBezTo>
                    <a:pt x="f292" y="f293"/>
                    <a:pt x="f294" y="f295"/>
                    <a:pt x="f296" y="f297"/>
                  </a:cubicBezTo>
                  <a:cubicBezTo>
                    <a:pt x="f298" y="f299"/>
                    <a:pt x="f300" y="f301"/>
                    <a:pt x="f302" y="f303"/>
                  </a:cubicBezTo>
                  <a:cubicBezTo>
                    <a:pt x="f304" y="f305"/>
                    <a:pt x="f306" y="f307"/>
                    <a:pt x="f308" y="f309"/>
                  </a:cubicBezTo>
                  <a:cubicBezTo>
                    <a:pt x="f310" y="f311"/>
                    <a:pt x="f312" y="f313"/>
                    <a:pt x="f314" y="f315"/>
                  </a:cubicBezTo>
                  <a:lnTo>
                    <a:pt x="f316" y="f7"/>
                  </a:lnTo>
                  <a:lnTo>
                    <a:pt x="f317" y="f7"/>
                  </a:lnTo>
                  <a:lnTo>
                    <a:pt x="f318" y="f319"/>
                  </a:lnTo>
                  <a:cubicBezTo>
                    <a:pt x="f320" y="f321"/>
                    <a:pt x="f322" y="f323"/>
                    <a:pt x="f324" y="f325"/>
                  </a:cubicBezTo>
                  <a:cubicBezTo>
                    <a:pt x="f326" y="f327"/>
                    <a:pt x="f328" y="f329"/>
                    <a:pt x="f330" y="f331"/>
                  </a:cubicBezTo>
                  <a:cubicBezTo>
                    <a:pt x="f332" y="f333"/>
                    <a:pt x="f334" y="f335"/>
                    <a:pt x="f336" y="f337"/>
                  </a:cubicBezTo>
                  <a:cubicBezTo>
                    <a:pt x="f338" y="f339"/>
                    <a:pt x="f340" y="f341"/>
                    <a:pt x="f342" y="f343"/>
                  </a:cubicBezTo>
                  <a:cubicBezTo>
                    <a:pt x="f344" y="f345"/>
                    <a:pt x="f346" y="f347"/>
                    <a:pt x="f348" y="f349"/>
                  </a:cubicBezTo>
                  <a:cubicBezTo>
                    <a:pt x="f350" y="f351"/>
                    <a:pt x="f352" y="f353"/>
                    <a:pt x="f354" y="f355"/>
                  </a:cubicBezTo>
                  <a:cubicBezTo>
                    <a:pt x="f356" y="f357"/>
                    <a:pt x="f358" y="f359"/>
                    <a:pt x="f360" y="f361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10000"/>
                  </a:srgbClr>
                </a:gs>
                <a:gs pos="100000">
                  <a:srgbClr val="B22600">
                    <a:alpha val="8000"/>
                  </a:srgbClr>
                </a:gs>
              </a:gsLst>
              <a:lin ang="12000000"/>
            </a:gra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Lato"/>
              </a:endParaRPr>
            </a:p>
          </p:txBody>
        </p:sp>
        <p:sp>
          <p:nvSpPr>
            <p:cNvPr id="7" name="Freeform: Shape 16">
              <a:extLst>
                <a:ext uri="{FF2B5EF4-FFF2-40B4-BE49-F238E27FC236}">
                  <a16:creationId xmlns:a16="http://schemas.microsoft.com/office/drawing/2014/main" id="{EB7E6547-2245-4C76-429F-9E36D2C4D5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Move="1" noResize="1"/>
            </p:cNvSpPr>
            <p:nvPr/>
          </p:nvSpPr>
          <p:spPr>
            <a:xfrm>
              <a:off x="1659471" y="3986"/>
              <a:ext cx="9065553" cy="685800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9065550"/>
                <a:gd name="f7" fmla="val 6858000"/>
                <a:gd name="f8" fmla="val 1839951"/>
                <a:gd name="f9" fmla="val 6979427"/>
                <a:gd name="f10" fmla="val 6989586"/>
                <a:gd name="f11" fmla="val 6825"/>
                <a:gd name="f12" fmla="val 8438828"/>
                <a:gd name="f13" fmla="val 1031353"/>
                <a:gd name="f14" fmla="val 9439169"/>
                <a:gd name="f15" fmla="val 2823601"/>
                <a:gd name="f16" fmla="val 8932062"/>
                <a:gd name="f17" fmla="val 4580835"/>
                <a:gd name="f18" fmla="val 8592517"/>
                <a:gd name="f19" fmla="val 5757293"/>
                <a:gd name="f20" fmla="val 7979652"/>
                <a:gd name="f21" fmla="val 5458140"/>
                <a:gd name="f22" fmla="val 7166294"/>
                <a:gd name="f23" fmla="val 6259703"/>
                <a:gd name="f24" fmla="val 7064618"/>
                <a:gd name="f25" fmla="val 6359905"/>
                <a:gd name="f26" fmla="val 6966014"/>
                <a:gd name="f27" fmla="val 6462297"/>
                <a:gd name="f28" fmla="val 6868878"/>
                <a:gd name="f29" fmla="val 6564765"/>
                <a:gd name="f30" fmla="val 6591881"/>
                <a:gd name="f31" fmla="val 5184648"/>
                <a:gd name="f32" fmla="val 5244877"/>
                <a:gd name="f33" fmla="val 6817615"/>
                <a:gd name="f34" fmla="val 5481027"/>
                <a:gd name="f35" fmla="val 6649287"/>
                <a:gd name="f36" fmla="val 5723665"/>
                <a:gd name="f37" fmla="val 6398593"/>
                <a:gd name="f38" fmla="val 6033853"/>
                <a:gd name="f39" fmla="val 6069135"/>
                <a:gd name="f40" fmla="val 6175680"/>
                <a:gd name="f41" fmla="val 5918484"/>
                <a:gd name="f42" fmla="val 6322395"/>
                <a:gd name="f43" fmla="val 5762660"/>
                <a:gd name="f44" fmla="val 6480248"/>
                <a:gd name="f45" fmla="val 5607082"/>
                <a:gd name="f46" fmla="val 6893276"/>
                <a:gd name="f47" fmla="val 5200077"/>
                <a:gd name="f48" fmla="val 7273697"/>
                <a:gd name="f49" fmla="val 5002920"/>
                <a:gd name="f50" fmla="val 7551502"/>
                <a:gd name="f51" fmla="val 4859004"/>
                <a:gd name="f52" fmla="val 7687884"/>
                <a:gd name="f53" fmla="val 4788339"/>
                <a:gd name="f54" fmla="val 7795540"/>
                <a:gd name="f55" fmla="val 4732559"/>
                <a:gd name="f56" fmla="val 7844227"/>
                <a:gd name="f57" fmla="val 4683074"/>
                <a:gd name="f58" fmla="val 7898759"/>
                <a:gd name="f59" fmla="val 4627636"/>
                <a:gd name="f60" fmla="val 7956165"/>
                <a:gd name="f61" fmla="val 4502313"/>
                <a:gd name="f62" fmla="val 8005810"/>
                <a:gd name="f63" fmla="val 4330239"/>
                <a:gd name="f64" fmla="val 8132968"/>
                <a:gd name="f65" fmla="val 3889611"/>
                <a:gd name="f66" fmla="val 8136446"/>
                <a:gd name="f67" fmla="val 3427460"/>
                <a:gd name="f68" fmla="val 8016191"/>
                <a:gd name="f69" fmla="val 2956574"/>
                <a:gd name="f70" fmla="val 7900876"/>
                <a:gd name="f71" fmla="val 2505064"/>
                <a:gd name="f72" fmla="val 7669287"/>
                <a:gd name="f73" fmla="val 2048671"/>
                <a:gd name="f74" fmla="val 7346424"/>
                <a:gd name="f75" fmla="val 1636739"/>
                <a:gd name="f76" fmla="val 6979764"/>
                <a:gd name="f77" fmla="val 1168830"/>
                <a:gd name="f78" fmla="val 6512706"/>
                <a:gd name="f79" fmla="val 773489"/>
                <a:gd name="f80" fmla="val 5995751"/>
                <a:gd name="f81" fmla="val 493319"/>
                <a:gd name="f82" fmla="val 5491195"/>
                <a:gd name="f83" fmla="val 219884"/>
                <a:gd name="f84" fmla="val 4972174"/>
                <a:gd name="f85" fmla="val 75383"/>
                <a:gd name="f86" fmla="val 4494836"/>
                <a:gd name="f87" fmla="val 3554318"/>
                <a:gd name="f88" fmla="val 2669191"/>
                <a:gd name="f89" fmla="val 437197"/>
                <a:gd name="f90" fmla="val 2002499"/>
                <a:gd name="f91" fmla="val 1094261"/>
                <a:gd name="f92" fmla="val 1676360"/>
                <a:gd name="f93" fmla="val 1415667"/>
                <a:gd name="f94" fmla="val 1420225"/>
                <a:gd name="f95" fmla="val 1790023"/>
                <a:gd name="f96" fmla="val 1241306"/>
                <a:gd name="f97" fmla="val 2206935"/>
                <a:gd name="f98" fmla="val 1055782"/>
                <a:gd name="f99" fmla="val 2639169"/>
                <a:gd name="f100" fmla="val 961736"/>
                <a:gd name="f101" fmla="val 3099027"/>
                <a:gd name="f102" fmla="val 3573719"/>
                <a:gd name="f103" fmla="val 4005124"/>
                <a:gd name="f104" fmla="val 1039805"/>
                <a:gd name="f105" fmla="val 4425841"/>
                <a:gd name="f106" fmla="val 1193878"/>
                <a:gd name="f107" fmla="val 4824208"/>
                <a:gd name="f108" fmla="val 1342457"/>
                <a:gd name="f109" fmla="val 5208423"/>
                <a:gd name="f110" fmla="val 1557214"/>
                <a:gd name="f111" fmla="val 5561306"/>
                <a:gd name="f112" fmla="val 1832096"/>
                <a:gd name="f113" fmla="val 5873050"/>
                <a:gd name="f114" fmla="val 2157126"/>
                <a:gd name="f115" fmla="val 6241599"/>
                <a:gd name="f116" fmla="val 2564661"/>
                <a:gd name="f117" fmla="val 6544656"/>
                <a:gd name="f118" fmla="val 3010752"/>
                <a:gd name="f119" fmla="val 6749475"/>
                <a:gd name="f120" fmla="val 3069003"/>
                <a:gd name="f121" fmla="val 6776219"/>
                <a:gd name="f122" fmla="val 3127773"/>
                <a:gd name="f123" fmla="val 6801314"/>
                <a:gd name="f124" fmla="val 3187037"/>
                <a:gd name="f125" fmla="val 6824756"/>
                <a:gd name="f126" fmla="val 3278211"/>
                <a:gd name="f127" fmla="val 1480830"/>
                <a:gd name="f128" fmla="val 1427607"/>
                <a:gd name="f129" fmla="val 6811515"/>
                <a:gd name="f130" fmla="val 1312870"/>
                <a:gd name="f131" fmla="val 6705919"/>
                <a:gd name="f132" fmla="val 1203751"/>
                <a:gd name="f133" fmla="val 6594470"/>
                <a:gd name="f134" fmla="val 1100739"/>
                <a:gd name="f135" fmla="val 6477651"/>
                <a:gd name="f136" fmla="val 415045"/>
                <a:gd name="f137" fmla="val 5700097"/>
                <a:gd name="f138" fmla="val 4684635"/>
                <a:gd name="f139" fmla="val 3573620"/>
                <a:gd name="f140" fmla="val 2121118"/>
                <a:gd name="f141" fmla="val 709459"/>
                <a:gd name="f142" fmla="val 831902"/>
                <a:gd name="f143" fmla="val 1805513"/>
                <a:gd name="f144" fmla="val 24133"/>
                <a:gd name="f145" fmla="+- 0 0 -90"/>
                <a:gd name="f146" fmla="*/ f3 1 9065550"/>
                <a:gd name="f147" fmla="*/ f4 1 6858000"/>
                <a:gd name="f148" fmla="+- f7 0 f5"/>
                <a:gd name="f149" fmla="+- f6 0 f5"/>
                <a:gd name="f150" fmla="*/ f145 f0 1"/>
                <a:gd name="f151" fmla="*/ f149 1 9065550"/>
                <a:gd name="f152" fmla="*/ f148 1 6858000"/>
                <a:gd name="f153" fmla="*/ 1839951 f149 1"/>
                <a:gd name="f154" fmla="*/ 0 f148 1"/>
                <a:gd name="f155" fmla="*/ 6979427 f149 1"/>
                <a:gd name="f156" fmla="*/ 6989586 f149 1"/>
                <a:gd name="f157" fmla="*/ 6825 f148 1"/>
                <a:gd name="f158" fmla="*/ 8932062 f149 1"/>
                <a:gd name="f159" fmla="*/ 4580835 f148 1"/>
                <a:gd name="f160" fmla="*/ 7166294 f149 1"/>
                <a:gd name="f161" fmla="*/ 6259703 f148 1"/>
                <a:gd name="f162" fmla="*/ 6868878 f149 1"/>
                <a:gd name="f163" fmla="*/ 6564765 f148 1"/>
                <a:gd name="f164" fmla="*/ 6591881 f149 1"/>
                <a:gd name="f165" fmla="*/ 6858000 f148 1"/>
                <a:gd name="f166" fmla="*/ 5184648 f149 1"/>
                <a:gd name="f167" fmla="*/ 5244877 f149 1"/>
                <a:gd name="f168" fmla="*/ 6817615 f148 1"/>
                <a:gd name="f169" fmla="*/ 6033853 f149 1"/>
                <a:gd name="f170" fmla="*/ 6069135 f148 1"/>
                <a:gd name="f171" fmla="*/ 6480248 f149 1"/>
                <a:gd name="f172" fmla="*/ 5607082 f148 1"/>
                <a:gd name="f173" fmla="*/ 7551502 f149 1"/>
                <a:gd name="f174" fmla="*/ 4859004 f148 1"/>
                <a:gd name="f175" fmla="*/ 7844227 f149 1"/>
                <a:gd name="f176" fmla="*/ 4683074 f148 1"/>
                <a:gd name="f177" fmla="*/ 8005810 f149 1"/>
                <a:gd name="f178" fmla="*/ 4330239 f148 1"/>
                <a:gd name="f179" fmla="*/ 8016191 f149 1"/>
                <a:gd name="f180" fmla="*/ 2956574 f148 1"/>
                <a:gd name="f181" fmla="*/ 7346424 f149 1"/>
                <a:gd name="f182" fmla="*/ 1636739 f148 1"/>
                <a:gd name="f183" fmla="*/ 5995751 f149 1"/>
                <a:gd name="f184" fmla="*/ 493319 f148 1"/>
                <a:gd name="f185" fmla="*/ 4494836 f149 1"/>
                <a:gd name="f186" fmla="*/ 75383 f148 1"/>
                <a:gd name="f187" fmla="*/ 2002499 f149 1"/>
                <a:gd name="f188" fmla="*/ 1094261 f148 1"/>
                <a:gd name="f189" fmla="*/ 1241306 f149 1"/>
                <a:gd name="f190" fmla="*/ 2206935 f148 1"/>
                <a:gd name="f191" fmla="*/ 961736 f149 1"/>
                <a:gd name="f192" fmla="*/ 3573719 f148 1"/>
                <a:gd name="f193" fmla="*/ 1193878 f149 1"/>
                <a:gd name="f194" fmla="*/ 4824208 f148 1"/>
                <a:gd name="f195" fmla="*/ 1832096 f149 1"/>
                <a:gd name="f196" fmla="*/ 5873050 f148 1"/>
                <a:gd name="f197" fmla="*/ 3010752 f149 1"/>
                <a:gd name="f198" fmla="*/ 6749475 f148 1"/>
                <a:gd name="f199" fmla="*/ 3187037 f149 1"/>
                <a:gd name="f200" fmla="*/ 6824756 f148 1"/>
                <a:gd name="f201" fmla="*/ 3278211 f149 1"/>
                <a:gd name="f202" fmla="*/ 1480830 f149 1"/>
                <a:gd name="f203" fmla="*/ 1427607 f149 1"/>
                <a:gd name="f204" fmla="*/ 6811515 f148 1"/>
                <a:gd name="f205" fmla="*/ 1100739 f149 1"/>
                <a:gd name="f206" fmla="*/ 6477651 f148 1"/>
                <a:gd name="f207" fmla="*/ 0 f149 1"/>
                <a:gd name="f208" fmla="*/ 3573620 f148 1"/>
                <a:gd name="f209" fmla="*/ 1805513 f149 1"/>
                <a:gd name="f210" fmla="*/ 24133 f148 1"/>
                <a:gd name="f211" fmla="*/ f150 1 f2"/>
                <a:gd name="f212" fmla="*/ f153 1 9065550"/>
                <a:gd name="f213" fmla="*/ f154 1 6858000"/>
                <a:gd name="f214" fmla="*/ f155 1 9065550"/>
                <a:gd name="f215" fmla="*/ f156 1 9065550"/>
                <a:gd name="f216" fmla="*/ f157 1 6858000"/>
                <a:gd name="f217" fmla="*/ f158 1 9065550"/>
                <a:gd name="f218" fmla="*/ f159 1 6858000"/>
                <a:gd name="f219" fmla="*/ f160 1 9065550"/>
                <a:gd name="f220" fmla="*/ f161 1 6858000"/>
                <a:gd name="f221" fmla="*/ f162 1 9065550"/>
                <a:gd name="f222" fmla="*/ f163 1 6858000"/>
                <a:gd name="f223" fmla="*/ f164 1 9065550"/>
                <a:gd name="f224" fmla="*/ f165 1 6858000"/>
                <a:gd name="f225" fmla="*/ f166 1 9065550"/>
                <a:gd name="f226" fmla="*/ f167 1 9065550"/>
                <a:gd name="f227" fmla="*/ f168 1 6858000"/>
                <a:gd name="f228" fmla="*/ f169 1 9065550"/>
                <a:gd name="f229" fmla="*/ f170 1 6858000"/>
                <a:gd name="f230" fmla="*/ f171 1 9065550"/>
                <a:gd name="f231" fmla="*/ f172 1 6858000"/>
                <a:gd name="f232" fmla="*/ f173 1 9065550"/>
                <a:gd name="f233" fmla="*/ f174 1 6858000"/>
                <a:gd name="f234" fmla="*/ f175 1 9065550"/>
                <a:gd name="f235" fmla="*/ f176 1 6858000"/>
                <a:gd name="f236" fmla="*/ f177 1 9065550"/>
                <a:gd name="f237" fmla="*/ f178 1 6858000"/>
                <a:gd name="f238" fmla="*/ f179 1 9065550"/>
                <a:gd name="f239" fmla="*/ f180 1 6858000"/>
                <a:gd name="f240" fmla="*/ f181 1 9065550"/>
                <a:gd name="f241" fmla="*/ f182 1 6858000"/>
                <a:gd name="f242" fmla="*/ f183 1 9065550"/>
                <a:gd name="f243" fmla="*/ f184 1 6858000"/>
                <a:gd name="f244" fmla="*/ f185 1 9065550"/>
                <a:gd name="f245" fmla="*/ f186 1 6858000"/>
                <a:gd name="f246" fmla="*/ f187 1 9065550"/>
                <a:gd name="f247" fmla="*/ f188 1 6858000"/>
                <a:gd name="f248" fmla="*/ f189 1 9065550"/>
                <a:gd name="f249" fmla="*/ f190 1 6858000"/>
                <a:gd name="f250" fmla="*/ f191 1 9065550"/>
                <a:gd name="f251" fmla="*/ f192 1 6858000"/>
                <a:gd name="f252" fmla="*/ f193 1 9065550"/>
                <a:gd name="f253" fmla="*/ f194 1 6858000"/>
                <a:gd name="f254" fmla="*/ f195 1 9065550"/>
                <a:gd name="f255" fmla="*/ f196 1 6858000"/>
                <a:gd name="f256" fmla="*/ f197 1 9065550"/>
                <a:gd name="f257" fmla="*/ f198 1 6858000"/>
                <a:gd name="f258" fmla="*/ f199 1 9065550"/>
                <a:gd name="f259" fmla="*/ f200 1 6858000"/>
                <a:gd name="f260" fmla="*/ f201 1 9065550"/>
                <a:gd name="f261" fmla="*/ f202 1 9065550"/>
                <a:gd name="f262" fmla="*/ f203 1 9065550"/>
                <a:gd name="f263" fmla="*/ f204 1 6858000"/>
                <a:gd name="f264" fmla="*/ f205 1 9065550"/>
                <a:gd name="f265" fmla="*/ f206 1 6858000"/>
                <a:gd name="f266" fmla="*/ f207 1 9065550"/>
                <a:gd name="f267" fmla="*/ f208 1 6858000"/>
                <a:gd name="f268" fmla="*/ f209 1 9065550"/>
                <a:gd name="f269" fmla="*/ f210 1 6858000"/>
                <a:gd name="f270" fmla="*/ f5 1 f151"/>
                <a:gd name="f271" fmla="*/ f6 1 f151"/>
                <a:gd name="f272" fmla="*/ f5 1 f152"/>
                <a:gd name="f273" fmla="*/ f7 1 f152"/>
                <a:gd name="f274" fmla="+- f211 0 f1"/>
                <a:gd name="f275" fmla="*/ f212 1 f151"/>
                <a:gd name="f276" fmla="*/ f213 1 f152"/>
                <a:gd name="f277" fmla="*/ f214 1 f151"/>
                <a:gd name="f278" fmla="*/ f215 1 f151"/>
                <a:gd name="f279" fmla="*/ f216 1 f152"/>
                <a:gd name="f280" fmla="*/ f217 1 f151"/>
                <a:gd name="f281" fmla="*/ f218 1 f152"/>
                <a:gd name="f282" fmla="*/ f219 1 f151"/>
                <a:gd name="f283" fmla="*/ f220 1 f152"/>
                <a:gd name="f284" fmla="*/ f221 1 f151"/>
                <a:gd name="f285" fmla="*/ f222 1 f152"/>
                <a:gd name="f286" fmla="*/ f223 1 f151"/>
                <a:gd name="f287" fmla="*/ f224 1 f152"/>
                <a:gd name="f288" fmla="*/ f225 1 f151"/>
                <a:gd name="f289" fmla="*/ f226 1 f151"/>
                <a:gd name="f290" fmla="*/ f227 1 f152"/>
                <a:gd name="f291" fmla="*/ f228 1 f151"/>
                <a:gd name="f292" fmla="*/ f229 1 f152"/>
                <a:gd name="f293" fmla="*/ f230 1 f151"/>
                <a:gd name="f294" fmla="*/ f231 1 f152"/>
                <a:gd name="f295" fmla="*/ f232 1 f151"/>
                <a:gd name="f296" fmla="*/ f233 1 f152"/>
                <a:gd name="f297" fmla="*/ f234 1 f151"/>
                <a:gd name="f298" fmla="*/ f235 1 f152"/>
                <a:gd name="f299" fmla="*/ f236 1 f151"/>
                <a:gd name="f300" fmla="*/ f237 1 f152"/>
                <a:gd name="f301" fmla="*/ f238 1 f151"/>
                <a:gd name="f302" fmla="*/ f239 1 f152"/>
                <a:gd name="f303" fmla="*/ f240 1 f151"/>
                <a:gd name="f304" fmla="*/ f241 1 f152"/>
                <a:gd name="f305" fmla="*/ f242 1 f151"/>
                <a:gd name="f306" fmla="*/ f243 1 f152"/>
                <a:gd name="f307" fmla="*/ f244 1 f151"/>
                <a:gd name="f308" fmla="*/ f245 1 f152"/>
                <a:gd name="f309" fmla="*/ f246 1 f151"/>
                <a:gd name="f310" fmla="*/ f247 1 f152"/>
                <a:gd name="f311" fmla="*/ f248 1 f151"/>
                <a:gd name="f312" fmla="*/ f249 1 f152"/>
                <a:gd name="f313" fmla="*/ f250 1 f151"/>
                <a:gd name="f314" fmla="*/ f251 1 f152"/>
                <a:gd name="f315" fmla="*/ f252 1 f151"/>
                <a:gd name="f316" fmla="*/ f253 1 f152"/>
                <a:gd name="f317" fmla="*/ f254 1 f151"/>
                <a:gd name="f318" fmla="*/ f255 1 f152"/>
                <a:gd name="f319" fmla="*/ f256 1 f151"/>
                <a:gd name="f320" fmla="*/ f257 1 f152"/>
                <a:gd name="f321" fmla="*/ f258 1 f151"/>
                <a:gd name="f322" fmla="*/ f259 1 f152"/>
                <a:gd name="f323" fmla="*/ f260 1 f151"/>
                <a:gd name="f324" fmla="*/ f261 1 f151"/>
                <a:gd name="f325" fmla="*/ f262 1 f151"/>
                <a:gd name="f326" fmla="*/ f263 1 f152"/>
                <a:gd name="f327" fmla="*/ f264 1 f151"/>
                <a:gd name="f328" fmla="*/ f265 1 f152"/>
                <a:gd name="f329" fmla="*/ f266 1 f151"/>
                <a:gd name="f330" fmla="*/ f267 1 f152"/>
                <a:gd name="f331" fmla="*/ f268 1 f151"/>
                <a:gd name="f332" fmla="*/ f269 1 f152"/>
                <a:gd name="f333" fmla="*/ f270 f146 1"/>
                <a:gd name="f334" fmla="*/ f271 f146 1"/>
                <a:gd name="f335" fmla="*/ f273 f147 1"/>
                <a:gd name="f336" fmla="*/ f272 f147 1"/>
                <a:gd name="f337" fmla="*/ f275 f146 1"/>
                <a:gd name="f338" fmla="*/ f276 f147 1"/>
                <a:gd name="f339" fmla="*/ f277 f146 1"/>
                <a:gd name="f340" fmla="*/ f278 f146 1"/>
                <a:gd name="f341" fmla="*/ f279 f147 1"/>
                <a:gd name="f342" fmla="*/ f280 f146 1"/>
                <a:gd name="f343" fmla="*/ f281 f147 1"/>
                <a:gd name="f344" fmla="*/ f282 f146 1"/>
                <a:gd name="f345" fmla="*/ f283 f147 1"/>
                <a:gd name="f346" fmla="*/ f284 f146 1"/>
                <a:gd name="f347" fmla="*/ f285 f147 1"/>
                <a:gd name="f348" fmla="*/ f286 f146 1"/>
                <a:gd name="f349" fmla="*/ f287 f147 1"/>
                <a:gd name="f350" fmla="*/ f288 f146 1"/>
                <a:gd name="f351" fmla="*/ f289 f146 1"/>
                <a:gd name="f352" fmla="*/ f290 f147 1"/>
                <a:gd name="f353" fmla="*/ f291 f146 1"/>
                <a:gd name="f354" fmla="*/ f292 f147 1"/>
                <a:gd name="f355" fmla="*/ f293 f146 1"/>
                <a:gd name="f356" fmla="*/ f294 f147 1"/>
                <a:gd name="f357" fmla="*/ f295 f146 1"/>
                <a:gd name="f358" fmla="*/ f296 f147 1"/>
                <a:gd name="f359" fmla="*/ f297 f146 1"/>
                <a:gd name="f360" fmla="*/ f298 f147 1"/>
                <a:gd name="f361" fmla="*/ f299 f146 1"/>
                <a:gd name="f362" fmla="*/ f300 f147 1"/>
                <a:gd name="f363" fmla="*/ f301 f146 1"/>
                <a:gd name="f364" fmla="*/ f302 f147 1"/>
                <a:gd name="f365" fmla="*/ f303 f146 1"/>
                <a:gd name="f366" fmla="*/ f304 f147 1"/>
                <a:gd name="f367" fmla="*/ f305 f146 1"/>
                <a:gd name="f368" fmla="*/ f306 f147 1"/>
                <a:gd name="f369" fmla="*/ f307 f146 1"/>
                <a:gd name="f370" fmla="*/ f308 f147 1"/>
                <a:gd name="f371" fmla="*/ f309 f146 1"/>
                <a:gd name="f372" fmla="*/ f310 f147 1"/>
                <a:gd name="f373" fmla="*/ f311 f146 1"/>
                <a:gd name="f374" fmla="*/ f312 f147 1"/>
                <a:gd name="f375" fmla="*/ f313 f146 1"/>
                <a:gd name="f376" fmla="*/ f314 f147 1"/>
                <a:gd name="f377" fmla="*/ f315 f146 1"/>
                <a:gd name="f378" fmla="*/ f316 f147 1"/>
                <a:gd name="f379" fmla="*/ f317 f146 1"/>
                <a:gd name="f380" fmla="*/ f318 f147 1"/>
                <a:gd name="f381" fmla="*/ f319 f146 1"/>
                <a:gd name="f382" fmla="*/ f320 f147 1"/>
                <a:gd name="f383" fmla="*/ f321 f146 1"/>
                <a:gd name="f384" fmla="*/ f322 f147 1"/>
                <a:gd name="f385" fmla="*/ f323 f146 1"/>
                <a:gd name="f386" fmla="*/ f324 f146 1"/>
                <a:gd name="f387" fmla="*/ f325 f146 1"/>
                <a:gd name="f388" fmla="*/ f326 f147 1"/>
                <a:gd name="f389" fmla="*/ f327 f146 1"/>
                <a:gd name="f390" fmla="*/ f328 f147 1"/>
                <a:gd name="f391" fmla="*/ f329 f146 1"/>
                <a:gd name="f392" fmla="*/ f330 f147 1"/>
                <a:gd name="f393" fmla="*/ f331 f146 1"/>
                <a:gd name="f394" fmla="*/ f332 f14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74">
                  <a:pos x="f337" y="f338"/>
                </a:cxn>
                <a:cxn ang="f274">
                  <a:pos x="f339" y="f338"/>
                </a:cxn>
                <a:cxn ang="f274">
                  <a:pos x="f340" y="f341"/>
                </a:cxn>
                <a:cxn ang="f274">
                  <a:pos x="f342" y="f343"/>
                </a:cxn>
                <a:cxn ang="f274">
                  <a:pos x="f344" y="f345"/>
                </a:cxn>
                <a:cxn ang="f274">
                  <a:pos x="f346" y="f347"/>
                </a:cxn>
                <a:cxn ang="f274">
                  <a:pos x="f348" y="f349"/>
                </a:cxn>
                <a:cxn ang="f274">
                  <a:pos x="f350" y="f349"/>
                </a:cxn>
                <a:cxn ang="f274">
                  <a:pos x="f351" y="f352"/>
                </a:cxn>
                <a:cxn ang="f274">
                  <a:pos x="f353" y="f354"/>
                </a:cxn>
                <a:cxn ang="f274">
                  <a:pos x="f355" y="f356"/>
                </a:cxn>
                <a:cxn ang="f274">
                  <a:pos x="f357" y="f358"/>
                </a:cxn>
                <a:cxn ang="f274">
                  <a:pos x="f359" y="f360"/>
                </a:cxn>
                <a:cxn ang="f274">
                  <a:pos x="f361" y="f362"/>
                </a:cxn>
                <a:cxn ang="f274">
                  <a:pos x="f363" y="f364"/>
                </a:cxn>
                <a:cxn ang="f274">
                  <a:pos x="f365" y="f366"/>
                </a:cxn>
                <a:cxn ang="f274">
                  <a:pos x="f367" y="f368"/>
                </a:cxn>
                <a:cxn ang="f274">
                  <a:pos x="f369" y="f370"/>
                </a:cxn>
                <a:cxn ang="f274">
                  <a:pos x="f371" y="f372"/>
                </a:cxn>
                <a:cxn ang="f274">
                  <a:pos x="f373" y="f374"/>
                </a:cxn>
                <a:cxn ang="f274">
                  <a:pos x="f375" y="f376"/>
                </a:cxn>
                <a:cxn ang="f274">
                  <a:pos x="f377" y="f378"/>
                </a:cxn>
                <a:cxn ang="f274">
                  <a:pos x="f379" y="f380"/>
                </a:cxn>
                <a:cxn ang="f274">
                  <a:pos x="f381" y="f382"/>
                </a:cxn>
                <a:cxn ang="f274">
                  <a:pos x="f383" y="f384"/>
                </a:cxn>
                <a:cxn ang="f274">
                  <a:pos x="f385" y="f349"/>
                </a:cxn>
                <a:cxn ang="f274">
                  <a:pos x="f386" y="f349"/>
                </a:cxn>
                <a:cxn ang="f274">
                  <a:pos x="f387" y="f388"/>
                </a:cxn>
                <a:cxn ang="f274">
                  <a:pos x="f389" y="f390"/>
                </a:cxn>
                <a:cxn ang="f274">
                  <a:pos x="f391" y="f392"/>
                </a:cxn>
                <a:cxn ang="f274">
                  <a:pos x="f393" y="f394"/>
                </a:cxn>
              </a:cxnLst>
              <a:rect l="f333" t="f336" r="f334" b="f335"/>
              <a:pathLst>
                <a:path w="9065550" h="6858000">
                  <a:moveTo>
                    <a:pt x="f8" y="f5"/>
                  </a:moveTo>
                  <a:lnTo>
                    <a:pt x="f9" y="f5"/>
                  </a:lnTo>
                  <a:lnTo>
                    <a:pt x="f10" y="f11"/>
                  </a:lnTo>
                  <a:cubicBezTo>
                    <a:pt x="f12" y="f13"/>
                    <a:pt x="f14" y="f15"/>
                    <a:pt x="f16" y="f17"/>
                  </a:cubicBezTo>
                  <a:cubicBezTo>
                    <a:pt x="f18" y="f19"/>
                    <a:pt x="f20" y="f21"/>
                    <a:pt x="f22" y="f23"/>
                  </a:cubicBezTo>
                  <a:cubicBezTo>
                    <a:pt x="f24" y="f25"/>
                    <a:pt x="f26" y="f27"/>
                    <a:pt x="f28" y="f29"/>
                  </a:cubicBezTo>
                  <a:lnTo>
                    <a:pt x="f30" y="f7"/>
                  </a:lnTo>
                  <a:lnTo>
                    <a:pt x="f31" y="f7"/>
                  </a:lnTo>
                  <a:lnTo>
                    <a:pt x="f32" y="f33"/>
                  </a:lnTo>
                  <a:cubicBezTo>
                    <a:pt x="f34" y="f35"/>
                    <a:pt x="f36" y="f37"/>
                    <a:pt x="f38" y="f39"/>
                  </a:cubicBezTo>
                  <a:cubicBezTo>
                    <a:pt x="f40" y="f41"/>
                    <a:pt x="f42" y="f43"/>
                    <a:pt x="f44" y="f45"/>
                  </a:cubicBezTo>
                  <a:cubicBezTo>
                    <a:pt x="f46" y="f47"/>
                    <a:pt x="f48" y="f49"/>
                    <a:pt x="f50" y="f51"/>
                  </a:cubicBezTo>
                  <a:cubicBezTo>
                    <a:pt x="f52" y="f53"/>
                    <a:pt x="f54" y="f55"/>
                    <a:pt x="f56" y="f57"/>
                  </a:cubicBezTo>
                  <a:cubicBezTo>
                    <a:pt x="f58" y="f59"/>
                    <a:pt x="f60" y="f61"/>
                    <a:pt x="f62" y="f63"/>
                  </a:cubicBezTo>
                  <a:cubicBezTo>
                    <a:pt x="f64" y="f65"/>
                    <a:pt x="f66" y="f67"/>
                    <a:pt x="f68" y="f69"/>
                  </a:cubicBezTo>
                  <a:cubicBezTo>
                    <a:pt x="f70" y="f71"/>
                    <a:pt x="f72" y="f73"/>
                    <a:pt x="f74" y="f75"/>
                  </a:cubicBezTo>
                  <a:cubicBezTo>
                    <a:pt x="f76" y="f77"/>
                    <a:pt x="f78" y="f79"/>
                    <a:pt x="f80" y="f81"/>
                  </a:cubicBezTo>
                  <a:cubicBezTo>
                    <a:pt x="f82" y="f83"/>
                    <a:pt x="f84" y="f85"/>
                    <a:pt x="f86" y="f85"/>
                  </a:cubicBezTo>
                  <a:cubicBezTo>
                    <a:pt x="f87" y="f85"/>
                    <a:pt x="f88" y="f89"/>
                    <a:pt x="f90" y="f91"/>
                  </a:cubicBezTo>
                  <a:cubicBezTo>
                    <a:pt x="f92" y="f93"/>
                    <a:pt x="f94" y="f95"/>
                    <a:pt x="f96" y="f97"/>
                  </a:cubicBezTo>
                  <a:cubicBezTo>
                    <a:pt x="f98" y="f99"/>
                    <a:pt x="f100" y="f101"/>
                    <a:pt x="f100" y="f102"/>
                  </a:cubicBezTo>
                  <a:cubicBezTo>
                    <a:pt x="f100" y="f103"/>
                    <a:pt x="f104" y="f105"/>
                    <a:pt x="f106" y="f107"/>
                  </a:cubicBezTo>
                  <a:cubicBezTo>
                    <a:pt x="f108" y="f109"/>
                    <a:pt x="f110" y="f111"/>
                    <a:pt x="f112" y="f113"/>
                  </a:cubicBezTo>
                  <a:cubicBezTo>
                    <a:pt x="f114" y="f115"/>
                    <a:pt x="f116" y="f117"/>
                    <a:pt x="f118" y="f119"/>
                  </a:cubicBezTo>
                  <a:cubicBezTo>
                    <a:pt x="f120" y="f121"/>
                    <a:pt x="f122" y="f123"/>
                    <a:pt x="f124" y="f125"/>
                  </a:cubicBezTo>
                  <a:lnTo>
                    <a:pt x="f126" y="f7"/>
                  </a:lnTo>
                  <a:lnTo>
                    <a:pt x="f127" y="f7"/>
                  </a:lnTo>
                  <a:lnTo>
                    <a:pt x="f128" y="f129"/>
                  </a:lnTo>
                  <a:cubicBezTo>
                    <a:pt x="f130" y="f131"/>
                    <a:pt x="f132" y="f133"/>
                    <a:pt x="f134" y="f135"/>
                  </a:cubicBezTo>
                  <a:cubicBezTo>
                    <a:pt x="f136" y="f137"/>
                    <a:pt x="f5" y="f138"/>
                    <a:pt x="f5" y="f139"/>
                  </a:cubicBezTo>
                  <a:cubicBezTo>
                    <a:pt x="f5" y="f140"/>
                    <a:pt x="f141" y="f142"/>
                    <a:pt x="f143" y="f144"/>
                  </a:cubicBezTo>
                  <a:close/>
                </a:path>
              </a:pathLst>
            </a:custGeom>
            <a:solidFill>
              <a:srgbClr val="E84C22">
                <a:alpha val="8000"/>
              </a:srgbClr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Lato"/>
              </a:endParaRPr>
            </a:p>
          </p:txBody>
        </p:sp>
        <p:sp>
          <p:nvSpPr>
            <p:cNvPr id="8" name="Freeform: Shape 17">
              <a:extLst>
                <a:ext uri="{FF2B5EF4-FFF2-40B4-BE49-F238E27FC236}">
                  <a16:creationId xmlns:a16="http://schemas.microsoft.com/office/drawing/2014/main" id="{40554F67-B340-F74A-F162-E45302163B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Move="1" noResize="1"/>
            </p:cNvSpPr>
            <p:nvPr/>
          </p:nvSpPr>
          <p:spPr>
            <a:xfrm>
              <a:off x="1648215" y="3986"/>
              <a:ext cx="9088047" cy="685800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9088051"/>
                <a:gd name="f7" fmla="val 6858000"/>
                <a:gd name="f8" fmla="val 5158786"/>
                <a:gd name="f9" fmla="val 6996771"/>
                <a:gd name="f10" fmla="val 7006955"/>
                <a:gd name="f11" fmla="val 6825"/>
                <a:gd name="f12" fmla="val 8459794"/>
                <a:gd name="f13" fmla="val 1031353"/>
                <a:gd name="f14" fmla="val 9462596"/>
                <a:gd name="f15" fmla="val 2823601"/>
                <a:gd name="f16" fmla="val 8954230"/>
                <a:gd name="f17" fmla="val 4580835"/>
                <a:gd name="f18" fmla="val 8613842"/>
                <a:gd name="f19" fmla="val 5757293"/>
                <a:gd name="f20" fmla="val 7999457"/>
                <a:gd name="f21" fmla="val 5458140"/>
                <a:gd name="f22" fmla="val 7184080"/>
                <a:gd name="f23" fmla="val 6259703"/>
                <a:gd name="f24" fmla="val 7082152"/>
                <a:gd name="f25" fmla="val 6359905"/>
                <a:gd name="f26" fmla="val 6983303"/>
                <a:gd name="f27" fmla="val 6462297"/>
                <a:gd name="f28" fmla="val 6885926"/>
                <a:gd name="f29" fmla="val 6564765"/>
                <a:gd name="f30" fmla="val 6608241"/>
                <a:gd name="f31" fmla="val 5462870"/>
                <a:gd name="f32" fmla="val 5529056"/>
                <a:gd name="f33" fmla="val 6804645"/>
                <a:gd name="f34" fmla="val 5740217"/>
                <a:gd name="f35" fmla="val 6626505"/>
                <a:gd name="f36" fmla="val 5949382"/>
                <a:gd name="f37" fmla="val 6404876"/>
                <a:gd name="f38" fmla="val 6167613"/>
                <a:gd name="f39" fmla="val 6173667"/>
                <a:gd name="f40" fmla="val 6308782"/>
                <a:gd name="f41" fmla="val 6024091"/>
                <a:gd name="f42" fmla="val 6454799"/>
                <a:gd name="f43" fmla="val 5869390"/>
                <a:gd name="f44" fmla="val 6610973"/>
                <a:gd name="f45" fmla="val 5715860"/>
                <a:gd name="f46" fmla="val 7007847"/>
                <a:gd name="f47" fmla="val 5325741"/>
                <a:gd name="f48" fmla="val 7376733"/>
                <a:gd name="f49" fmla="val 5135074"/>
                <a:gd name="f50" fmla="val 7646083"/>
                <a:gd name="f51" fmla="val 4995842"/>
                <a:gd name="f52" fmla="val 7816858"/>
                <a:gd name="f53" fmla="val 4907561"/>
                <a:gd name="f54" fmla="val 7916545"/>
                <a:gd name="f55" fmla="val 4854514"/>
                <a:gd name="f56" fmla="val 7980054"/>
                <a:gd name="f57" fmla="val 4790095"/>
                <a:gd name="f58" fmla="val 8054629"/>
                <a:gd name="f59" fmla="val 4714405"/>
                <a:gd name="f60" fmla="val 8122031"/>
                <a:gd name="f61" fmla="val 4573758"/>
                <a:gd name="f62" fmla="val 8180437"/>
                <a:gd name="f63" fmla="val 4371964"/>
                <a:gd name="f64" fmla="val 8315441"/>
                <a:gd name="f65" fmla="val 3905228"/>
                <a:gd name="f66" fmla="val 8319381"/>
                <a:gd name="f67" fmla="val 3416431"/>
                <a:gd name="f68" fmla="val 8192058"/>
                <a:gd name="f69" fmla="val 2919242"/>
                <a:gd name="f70" fmla="val 8071251"/>
                <a:gd name="f71" fmla="val 2447381"/>
                <a:gd name="f72" fmla="val 7829388"/>
                <a:gd name="f73" fmla="val 1971467"/>
                <a:gd name="f74" fmla="val 7492638"/>
                <a:gd name="f75" fmla="val 1542845"/>
                <a:gd name="f76" fmla="val 7111829"/>
                <a:gd name="f77" fmla="val 1058099"/>
                <a:gd name="f78" fmla="val 6626484"/>
                <a:gd name="f79" fmla="val 648361"/>
                <a:gd name="f80" fmla="val 6089097"/>
                <a:gd name="f81" fmla="val 357847"/>
                <a:gd name="f82" fmla="val 5824244"/>
                <a:gd name="f83" fmla="val 214687"/>
                <a:gd name="f84" fmla="val 5554957"/>
                <a:gd name="f85" fmla="val 105262"/>
                <a:gd name="f86" fmla="val 5288639"/>
                <a:gd name="f87" fmla="val 31627"/>
                <a:gd name="f88" fmla="val 1844517"/>
                <a:gd name="f89" fmla="val 3734467"/>
                <a:gd name="f90" fmla="val 3603618"/>
                <a:gd name="f91" fmla="val 28853"/>
                <a:gd name="f92" fmla="val 2962049"/>
                <a:gd name="f93" fmla="val 186733"/>
                <a:gd name="f94" fmla="val 2373277"/>
                <a:gd name="f95" fmla="val 513136"/>
                <a:gd name="f96" fmla="val 1892878"/>
                <a:gd name="f97" fmla="val 985434"/>
                <a:gd name="f98" fmla="val 1551428"/>
                <a:gd name="f99" fmla="val 1321091"/>
                <a:gd name="f100" fmla="val 1283341"/>
                <a:gd name="f101" fmla="val 1711990"/>
                <a:gd name="f102" fmla="val 1096045"/>
                <a:gd name="f103" fmla="val 2147349"/>
                <a:gd name="f104" fmla="val 901876"/>
                <a:gd name="f105" fmla="val 2598519"/>
                <a:gd name="f106" fmla="val 803453"/>
                <a:gd name="f107" fmla="val 3078432"/>
                <a:gd name="f108" fmla="val 3573669"/>
                <a:gd name="f109" fmla="val 4023717"/>
                <a:gd name="f110" fmla="val 885151"/>
                <a:gd name="f111" fmla="val 4462735"/>
                <a:gd name="f112" fmla="val 1046377"/>
                <a:gd name="f113" fmla="val 4878573"/>
                <a:gd name="f114" fmla="val 1201945"/>
                <a:gd name="f115" fmla="val 5279770"/>
                <a:gd name="f116" fmla="val 1426681"/>
                <a:gd name="f117" fmla="val 5648221"/>
                <a:gd name="f118" fmla="val 1714473"/>
                <a:gd name="f119" fmla="val 5973776"/>
                <a:gd name="f120" fmla="val 2012357"/>
                <a:gd name="f121" fmla="val 6310732"/>
                <a:gd name="f122" fmla="val 2376505"/>
                <a:gd name="f123" fmla="val 6595304"/>
                <a:gd name="f124" fmla="val 2776083"/>
                <a:gd name="f125" fmla="val 6804641"/>
                <a:gd name="f126" fmla="val 2884836"/>
                <a:gd name="f127" fmla="val 1484505"/>
                <a:gd name="f128" fmla="val 1431151"/>
                <a:gd name="f129" fmla="val 6811515"/>
                <a:gd name="f130" fmla="val 1316128"/>
                <a:gd name="f131" fmla="val 6705919"/>
                <a:gd name="f132" fmla="val 1206738"/>
                <a:gd name="f133" fmla="val 6594470"/>
                <a:gd name="f134" fmla="val 1103471"/>
                <a:gd name="f135" fmla="val 6477651"/>
                <a:gd name="f136" fmla="val 416075"/>
                <a:gd name="f137" fmla="val 5700097"/>
                <a:gd name="f138" fmla="val 4684635"/>
                <a:gd name="f139" fmla="val 3573620"/>
                <a:gd name="f140" fmla="val 2121118"/>
                <a:gd name="f141" fmla="val 711220"/>
                <a:gd name="f142" fmla="val 831902"/>
                <a:gd name="f143" fmla="val 1809994"/>
                <a:gd name="f144" fmla="val 24133"/>
                <a:gd name="f145" fmla="+- 0 0 -90"/>
                <a:gd name="f146" fmla="*/ f3 1 9088051"/>
                <a:gd name="f147" fmla="*/ f4 1 6858000"/>
                <a:gd name="f148" fmla="+- f7 0 f5"/>
                <a:gd name="f149" fmla="+- f6 0 f5"/>
                <a:gd name="f150" fmla="*/ f145 f0 1"/>
                <a:gd name="f151" fmla="*/ f149 1 9088051"/>
                <a:gd name="f152" fmla="*/ f148 1 6858000"/>
                <a:gd name="f153" fmla="*/ 5158786 f149 1"/>
                <a:gd name="f154" fmla="*/ 0 f148 1"/>
                <a:gd name="f155" fmla="*/ 6996771 f149 1"/>
                <a:gd name="f156" fmla="*/ 7006955 f149 1"/>
                <a:gd name="f157" fmla="*/ 6825 f148 1"/>
                <a:gd name="f158" fmla="*/ 8954230 f149 1"/>
                <a:gd name="f159" fmla="*/ 4580835 f148 1"/>
                <a:gd name="f160" fmla="*/ 7184080 f149 1"/>
                <a:gd name="f161" fmla="*/ 6259703 f148 1"/>
                <a:gd name="f162" fmla="*/ 6885926 f149 1"/>
                <a:gd name="f163" fmla="*/ 6564765 f148 1"/>
                <a:gd name="f164" fmla="*/ 6608241 f149 1"/>
                <a:gd name="f165" fmla="*/ 6858000 f148 1"/>
                <a:gd name="f166" fmla="*/ 5462870 f149 1"/>
                <a:gd name="f167" fmla="*/ 5529056 f149 1"/>
                <a:gd name="f168" fmla="*/ 6804645 f148 1"/>
                <a:gd name="f169" fmla="*/ 6167613 f149 1"/>
                <a:gd name="f170" fmla="*/ 6173667 f148 1"/>
                <a:gd name="f171" fmla="*/ 6610973 f149 1"/>
                <a:gd name="f172" fmla="*/ 5715860 f148 1"/>
                <a:gd name="f173" fmla="*/ 7646083 f149 1"/>
                <a:gd name="f174" fmla="*/ 4995842 f148 1"/>
                <a:gd name="f175" fmla="*/ 7980054 f149 1"/>
                <a:gd name="f176" fmla="*/ 4790095 f148 1"/>
                <a:gd name="f177" fmla="*/ 8180437 f149 1"/>
                <a:gd name="f178" fmla="*/ 4371964 f148 1"/>
                <a:gd name="f179" fmla="*/ 8192058 f149 1"/>
                <a:gd name="f180" fmla="*/ 2919242 f148 1"/>
                <a:gd name="f181" fmla="*/ 7492638 f149 1"/>
                <a:gd name="f182" fmla="*/ 1542845 f148 1"/>
                <a:gd name="f183" fmla="*/ 6089097 f149 1"/>
                <a:gd name="f184" fmla="*/ 357847 f148 1"/>
                <a:gd name="f185" fmla="*/ 5288639 f149 1"/>
                <a:gd name="f186" fmla="*/ 31627 f148 1"/>
                <a:gd name="f187" fmla="*/ 1844517 f149 1"/>
                <a:gd name="f188" fmla="*/ 3734467 f149 1"/>
                <a:gd name="f189" fmla="*/ 3603618 f149 1"/>
                <a:gd name="f190" fmla="*/ 28853 f148 1"/>
                <a:gd name="f191" fmla="*/ 1892878 f149 1"/>
                <a:gd name="f192" fmla="*/ 985434 f148 1"/>
                <a:gd name="f193" fmla="*/ 1096045 f149 1"/>
                <a:gd name="f194" fmla="*/ 2147349 f148 1"/>
                <a:gd name="f195" fmla="*/ 803453 f149 1"/>
                <a:gd name="f196" fmla="*/ 3573669 f148 1"/>
                <a:gd name="f197" fmla="*/ 1046377 f149 1"/>
                <a:gd name="f198" fmla="*/ 4878573 f148 1"/>
                <a:gd name="f199" fmla="*/ 1714473 f149 1"/>
                <a:gd name="f200" fmla="*/ 5973776 f148 1"/>
                <a:gd name="f201" fmla="*/ 2776083 f149 1"/>
                <a:gd name="f202" fmla="*/ 6804641 f148 1"/>
                <a:gd name="f203" fmla="*/ 2884836 f149 1"/>
                <a:gd name="f204" fmla="*/ 1484505 f149 1"/>
                <a:gd name="f205" fmla="*/ 1431151 f149 1"/>
                <a:gd name="f206" fmla="*/ 6811515 f148 1"/>
                <a:gd name="f207" fmla="*/ 1103471 f149 1"/>
                <a:gd name="f208" fmla="*/ 6477651 f148 1"/>
                <a:gd name="f209" fmla="*/ 0 f149 1"/>
                <a:gd name="f210" fmla="*/ 3573620 f148 1"/>
                <a:gd name="f211" fmla="*/ 1809994 f149 1"/>
                <a:gd name="f212" fmla="*/ 24133 f148 1"/>
                <a:gd name="f213" fmla="*/ f150 1 f2"/>
                <a:gd name="f214" fmla="*/ f153 1 9088051"/>
                <a:gd name="f215" fmla="*/ f154 1 6858000"/>
                <a:gd name="f216" fmla="*/ f155 1 9088051"/>
                <a:gd name="f217" fmla="*/ f156 1 9088051"/>
                <a:gd name="f218" fmla="*/ f157 1 6858000"/>
                <a:gd name="f219" fmla="*/ f158 1 9088051"/>
                <a:gd name="f220" fmla="*/ f159 1 6858000"/>
                <a:gd name="f221" fmla="*/ f160 1 9088051"/>
                <a:gd name="f222" fmla="*/ f161 1 6858000"/>
                <a:gd name="f223" fmla="*/ f162 1 9088051"/>
                <a:gd name="f224" fmla="*/ f163 1 6858000"/>
                <a:gd name="f225" fmla="*/ f164 1 9088051"/>
                <a:gd name="f226" fmla="*/ f165 1 6858000"/>
                <a:gd name="f227" fmla="*/ f166 1 9088051"/>
                <a:gd name="f228" fmla="*/ f167 1 9088051"/>
                <a:gd name="f229" fmla="*/ f168 1 6858000"/>
                <a:gd name="f230" fmla="*/ f169 1 9088051"/>
                <a:gd name="f231" fmla="*/ f170 1 6858000"/>
                <a:gd name="f232" fmla="*/ f171 1 9088051"/>
                <a:gd name="f233" fmla="*/ f172 1 6858000"/>
                <a:gd name="f234" fmla="*/ f173 1 9088051"/>
                <a:gd name="f235" fmla="*/ f174 1 6858000"/>
                <a:gd name="f236" fmla="*/ f175 1 9088051"/>
                <a:gd name="f237" fmla="*/ f176 1 6858000"/>
                <a:gd name="f238" fmla="*/ f177 1 9088051"/>
                <a:gd name="f239" fmla="*/ f178 1 6858000"/>
                <a:gd name="f240" fmla="*/ f179 1 9088051"/>
                <a:gd name="f241" fmla="*/ f180 1 6858000"/>
                <a:gd name="f242" fmla="*/ f181 1 9088051"/>
                <a:gd name="f243" fmla="*/ f182 1 6858000"/>
                <a:gd name="f244" fmla="*/ f183 1 9088051"/>
                <a:gd name="f245" fmla="*/ f184 1 6858000"/>
                <a:gd name="f246" fmla="*/ f185 1 9088051"/>
                <a:gd name="f247" fmla="*/ f186 1 6858000"/>
                <a:gd name="f248" fmla="*/ f187 1 9088051"/>
                <a:gd name="f249" fmla="*/ f188 1 9088051"/>
                <a:gd name="f250" fmla="*/ f189 1 9088051"/>
                <a:gd name="f251" fmla="*/ f190 1 6858000"/>
                <a:gd name="f252" fmla="*/ f191 1 9088051"/>
                <a:gd name="f253" fmla="*/ f192 1 6858000"/>
                <a:gd name="f254" fmla="*/ f193 1 9088051"/>
                <a:gd name="f255" fmla="*/ f194 1 6858000"/>
                <a:gd name="f256" fmla="*/ f195 1 9088051"/>
                <a:gd name="f257" fmla="*/ f196 1 6858000"/>
                <a:gd name="f258" fmla="*/ f197 1 9088051"/>
                <a:gd name="f259" fmla="*/ f198 1 6858000"/>
                <a:gd name="f260" fmla="*/ f199 1 9088051"/>
                <a:gd name="f261" fmla="*/ f200 1 6858000"/>
                <a:gd name="f262" fmla="*/ f201 1 9088051"/>
                <a:gd name="f263" fmla="*/ f202 1 6858000"/>
                <a:gd name="f264" fmla="*/ f203 1 9088051"/>
                <a:gd name="f265" fmla="*/ f204 1 9088051"/>
                <a:gd name="f266" fmla="*/ f205 1 9088051"/>
                <a:gd name="f267" fmla="*/ f206 1 6858000"/>
                <a:gd name="f268" fmla="*/ f207 1 9088051"/>
                <a:gd name="f269" fmla="*/ f208 1 6858000"/>
                <a:gd name="f270" fmla="*/ f209 1 9088051"/>
                <a:gd name="f271" fmla="*/ f210 1 6858000"/>
                <a:gd name="f272" fmla="*/ f211 1 9088051"/>
                <a:gd name="f273" fmla="*/ f212 1 6858000"/>
                <a:gd name="f274" fmla="*/ f5 1 f151"/>
                <a:gd name="f275" fmla="*/ f6 1 f151"/>
                <a:gd name="f276" fmla="*/ f5 1 f152"/>
                <a:gd name="f277" fmla="*/ f7 1 f152"/>
                <a:gd name="f278" fmla="+- f213 0 f1"/>
                <a:gd name="f279" fmla="*/ f214 1 f151"/>
                <a:gd name="f280" fmla="*/ f215 1 f152"/>
                <a:gd name="f281" fmla="*/ f216 1 f151"/>
                <a:gd name="f282" fmla="*/ f217 1 f151"/>
                <a:gd name="f283" fmla="*/ f218 1 f152"/>
                <a:gd name="f284" fmla="*/ f219 1 f151"/>
                <a:gd name="f285" fmla="*/ f220 1 f152"/>
                <a:gd name="f286" fmla="*/ f221 1 f151"/>
                <a:gd name="f287" fmla="*/ f222 1 f152"/>
                <a:gd name="f288" fmla="*/ f223 1 f151"/>
                <a:gd name="f289" fmla="*/ f224 1 f152"/>
                <a:gd name="f290" fmla="*/ f225 1 f151"/>
                <a:gd name="f291" fmla="*/ f226 1 f152"/>
                <a:gd name="f292" fmla="*/ f227 1 f151"/>
                <a:gd name="f293" fmla="*/ f228 1 f151"/>
                <a:gd name="f294" fmla="*/ f229 1 f152"/>
                <a:gd name="f295" fmla="*/ f230 1 f151"/>
                <a:gd name="f296" fmla="*/ f231 1 f152"/>
                <a:gd name="f297" fmla="*/ f232 1 f151"/>
                <a:gd name="f298" fmla="*/ f233 1 f152"/>
                <a:gd name="f299" fmla="*/ f234 1 f151"/>
                <a:gd name="f300" fmla="*/ f235 1 f152"/>
                <a:gd name="f301" fmla="*/ f236 1 f151"/>
                <a:gd name="f302" fmla="*/ f237 1 f152"/>
                <a:gd name="f303" fmla="*/ f238 1 f151"/>
                <a:gd name="f304" fmla="*/ f239 1 f152"/>
                <a:gd name="f305" fmla="*/ f240 1 f151"/>
                <a:gd name="f306" fmla="*/ f241 1 f152"/>
                <a:gd name="f307" fmla="*/ f242 1 f151"/>
                <a:gd name="f308" fmla="*/ f243 1 f152"/>
                <a:gd name="f309" fmla="*/ f244 1 f151"/>
                <a:gd name="f310" fmla="*/ f245 1 f152"/>
                <a:gd name="f311" fmla="*/ f246 1 f151"/>
                <a:gd name="f312" fmla="*/ f247 1 f152"/>
                <a:gd name="f313" fmla="*/ f248 1 f151"/>
                <a:gd name="f314" fmla="*/ f249 1 f151"/>
                <a:gd name="f315" fmla="*/ f250 1 f151"/>
                <a:gd name="f316" fmla="*/ f251 1 f152"/>
                <a:gd name="f317" fmla="*/ f252 1 f151"/>
                <a:gd name="f318" fmla="*/ f253 1 f152"/>
                <a:gd name="f319" fmla="*/ f254 1 f151"/>
                <a:gd name="f320" fmla="*/ f255 1 f152"/>
                <a:gd name="f321" fmla="*/ f256 1 f151"/>
                <a:gd name="f322" fmla="*/ f257 1 f152"/>
                <a:gd name="f323" fmla="*/ f258 1 f151"/>
                <a:gd name="f324" fmla="*/ f259 1 f152"/>
                <a:gd name="f325" fmla="*/ f260 1 f151"/>
                <a:gd name="f326" fmla="*/ f261 1 f152"/>
                <a:gd name="f327" fmla="*/ f262 1 f151"/>
                <a:gd name="f328" fmla="*/ f263 1 f152"/>
                <a:gd name="f329" fmla="*/ f264 1 f151"/>
                <a:gd name="f330" fmla="*/ f265 1 f151"/>
                <a:gd name="f331" fmla="*/ f266 1 f151"/>
                <a:gd name="f332" fmla="*/ f267 1 f152"/>
                <a:gd name="f333" fmla="*/ f268 1 f151"/>
                <a:gd name="f334" fmla="*/ f269 1 f152"/>
                <a:gd name="f335" fmla="*/ f270 1 f151"/>
                <a:gd name="f336" fmla="*/ f271 1 f152"/>
                <a:gd name="f337" fmla="*/ f272 1 f151"/>
                <a:gd name="f338" fmla="*/ f273 1 f152"/>
                <a:gd name="f339" fmla="*/ f274 f146 1"/>
                <a:gd name="f340" fmla="*/ f275 f146 1"/>
                <a:gd name="f341" fmla="*/ f277 f147 1"/>
                <a:gd name="f342" fmla="*/ f276 f147 1"/>
                <a:gd name="f343" fmla="*/ f279 f146 1"/>
                <a:gd name="f344" fmla="*/ f280 f147 1"/>
                <a:gd name="f345" fmla="*/ f281 f146 1"/>
                <a:gd name="f346" fmla="*/ f282 f146 1"/>
                <a:gd name="f347" fmla="*/ f283 f147 1"/>
                <a:gd name="f348" fmla="*/ f284 f146 1"/>
                <a:gd name="f349" fmla="*/ f285 f147 1"/>
                <a:gd name="f350" fmla="*/ f286 f146 1"/>
                <a:gd name="f351" fmla="*/ f287 f147 1"/>
                <a:gd name="f352" fmla="*/ f288 f146 1"/>
                <a:gd name="f353" fmla="*/ f289 f147 1"/>
                <a:gd name="f354" fmla="*/ f290 f146 1"/>
                <a:gd name="f355" fmla="*/ f291 f147 1"/>
                <a:gd name="f356" fmla="*/ f292 f146 1"/>
                <a:gd name="f357" fmla="*/ f293 f146 1"/>
                <a:gd name="f358" fmla="*/ f294 f147 1"/>
                <a:gd name="f359" fmla="*/ f295 f146 1"/>
                <a:gd name="f360" fmla="*/ f296 f147 1"/>
                <a:gd name="f361" fmla="*/ f297 f146 1"/>
                <a:gd name="f362" fmla="*/ f298 f147 1"/>
                <a:gd name="f363" fmla="*/ f299 f146 1"/>
                <a:gd name="f364" fmla="*/ f300 f147 1"/>
                <a:gd name="f365" fmla="*/ f301 f146 1"/>
                <a:gd name="f366" fmla="*/ f302 f147 1"/>
                <a:gd name="f367" fmla="*/ f303 f146 1"/>
                <a:gd name="f368" fmla="*/ f304 f147 1"/>
                <a:gd name="f369" fmla="*/ f305 f146 1"/>
                <a:gd name="f370" fmla="*/ f306 f147 1"/>
                <a:gd name="f371" fmla="*/ f307 f146 1"/>
                <a:gd name="f372" fmla="*/ f308 f147 1"/>
                <a:gd name="f373" fmla="*/ f309 f146 1"/>
                <a:gd name="f374" fmla="*/ f310 f147 1"/>
                <a:gd name="f375" fmla="*/ f311 f146 1"/>
                <a:gd name="f376" fmla="*/ f312 f147 1"/>
                <a:gd name="f377" fmla="*/ f313 f146 1"/>
                <a:gd name="f378" fmla="*/ f314 f146 1"/>
                <a:gd name="f379" fmla="*/ f315 f146 1"/>
                <a:gd name="f380" fmla="*/ f316 f147 1"/>
                <a:gd name="f381" fmla="*/ f317 f146 1"/>
                <a:gd name="f382" fmla="*/ f318 f147 1"/>
                <a:gd name="f383" fmla="*/ f319 f146 1"/>
                <a:gd name="f384" fmla="*/ f320 f147 1"/>
                <a:gd name="f385" fmla="*/ f321 f146 1"/>
                <a:gd name="f386" fmla="*/ f322 f147 1"/>
                <a:gd name="f387" fmla="*/ f323 f146 1"/>
                <a:gd name="f388" fmla="*/ f324 f147 1"/>
                <a:gd name="f389" fmla="*/ f325 f146 1"/>
                <a:gd name="f390" fmla="*/ f326 f147 1"/>
                <a:gd name="f391" fmla="*/ f327 f146 1"/>
                <a:gd name="f392" fmla="*/ f328 f147 1"/>
                <a:gd name="f393" fmla="*/ f329 f146 1"/>
                <a:gd name="f394" fmla="*/ f330 f146 1"/>
                <a:gd name="f395" fmla="*/ f331 f146 1"/>
                <a:gd name="f396" fmla="*/ f332 f147 1"/>
                <a:gd name="f397" fmla="*/ f333 f146 1"/>
                <a:gd name="f398" fmla="*/ f334 f147 1"/>
                <a:gd name="f399" fmla="*/ f335 f146 1"/>
                <a:gd name="f400" fmla="*/ f336 f147 1"/>
                <a:gd name="f401" fmla="*/ f337 f146 1"/>
                <a:gd name="f402" fmla="*/ f338 f14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78">
                  <a:pos x="f343" y="f344"/>
                </a:cxn>
                <a:cxn ang="f278">
                  <a:pos x="f345" y="f344"/>
                </a:cxn>
                <a:cxn ang="f278">
                  <a:pos x="f346" y="f347"/>
                </a:cxn>
                <a:cxn ang="f278">
                  <a:pos x="f348" y="f349"/>
                </a:cxn>
                <a:cxn ang="f278">
                  <a:pos x="f350" y="f351"/>
                </a:cxn>
                <a:cxn ang="f278">
                  <a:pos x="f352" y="f353"/>
                </a:cxn>
                <a:cxn ang="f278">
                  <a:pos x="f354" y="f355"/>
                </a:cxn>
                <a:cxn ang="f278">
                  <a:pos x="f356" y="f355"/>
                </a:cxn>
                <a:cxn ang="f278">
                  <a:pos x="f357" y="f358"/>
                </a:cxn>
                <a:cxn ang="f278">
                  <a:pos x="f359" y="f360"/>
                </a:cxn>
                <a:cxn ang="f278">
                  <a:pos x="f361" y="f362"/>
                </a:cxn>
                <a:cxn ang="f278">
                  <a:pos x="f363" y="f364"/>
                </a:cxn>
                <a:cxn ang="f278">
                  <a:pos x="f365" y="f366"/>
                </a:cxn>
                <a:cxn ang="f278">
                  <a:pos x="f367" y="f368"/>
                </a:cxn>
                <a:cxn ang="f278">
                  <a:pos x="f369" y="f370"/>
                </a:cxn>
                <a:cxn ang="f278">
                  <a:pos x="f371" y="f372"/>
                </a:cxn>
                <a:cxn ang="f278">
                  <a:pos x="f373" y="f374"/>
                </a:cxn>
                <a:cxn ang="f278">
                  <a:pos x="f375" y="f376"/>
                </a:cxn>
                <a:cxn ang="f278">
                  <a:pos x="f377" y="f344"/>
                </a:cxn>
                <a:cxn ang="f278">
                  <a:pos x="f378" y="f344"/>
                </a:cxn>
                <a:cxn ang="f278">
                  <a:pos x="f379" y="f380"/>
                </a:cxn>
                <a:cxn ang="f278">
                  <a:pos x="f381" y="f382"/>
                </a:cxn>
                <a:cxn ang="f278">
                  <a:pos x="f383" y="f384"/>
                </a:cxn>
                <a:cxn ang="f278">
                  <a:pos x="f385" y="f386"/>
                </a:cxn>
                <a:cxn ang="f278">
                  <a:pos x="f387" y="f388"/>
                </a:cxn>
                <a:cxn ang="f278">
                  <a:pos x="f389" y="f390"/>
                </a:cxn>
                <a:cxn ang="f278">
                  <a:pos x="f391" y="f392"/>
                </a:cxn>
                <a:cxn ang="f278">
                  <a:pos x="f393" y="f355"/>
                </a:cxn>
                <a:cxn ang="f278">
                  <a:pos x="f394" y="f355"/>
                </a:cxn>
                <a:cxn ang="f278">
                  <a:pos x="f395" y="f396"/>
                </a:cxn>
                <a:cxn ang="f278">
                  <a:pos x="f397" y="f398"/>
                </a:cxn>
                <a:cxn ang="f278">
                  <a:pos x="f399" y="f400"/>
                </a:cxn>
                <a:cxn ang="f278">
                  <a:pos x="f401" y="f402"/>
                </a:cxn>
              </a:cxnLst>
              <a:rect l="f339" t="f342" r="f340" b="f341"/>
              <a:pathLst>
                <a:path w="9088051" h="6858000">
                  <a:moveTo>
                    <a:pt x="f8" y="f5"/>
                  </a:moveTo>
                  <a:lnTo>
                    <a:pt x="f9" y="f5"/>
                  </a:lnTo>
                  <a:lnTo>
                    <a:pt x="f10" y="f11"/>
                  </a:lnTo>
                  <a:cubicBezTo>
                    <a:pt x="f12" y="f13"/>
                    <a:pt x="f14" y="f15"/>
                    <a:pt x="f16" y="f17"/>
                  </a:cubicBezTo>
                  <a:cubicBezTo>
                    <a:pt x="f18" y="f19"/>
                    <a:pt x="f20" y="f21"/>
                    <a:pt x="f22" y="f23"/>
                  </a:cubicBezTo>
                  <a:cubicBezTo>
                    <a:pt x="f24" y="f25"/>
                    <a:pt x="f26" y="f27"/>
                    <a:pt x="f28" y="f29"/>
                  </a:cubicBezTo>
                  <a:lnTo>
                    <a:pt x="f30" y="f7"/>
                  </a:lnTo>
                  <a:lnTo>
                    <a:pt x="f31" y="f7"/>
                  </a:lnTo>
                  <a:lnTo>
                    <a:pt x="f32" y="f33"/>
                  </a:lnTo>
                  <a:cubicBezTo>
                    <a:pt x="f34" y="f35"/>
                    <a:pt x="f36" y="f37"/>
                    <a:pt x="f38" y="f39"/>
                  </a:cubicBezTo>
                  <a:cubicBezTo>
                    <a:pt x="f40" y="f41"/>
                    <a:pt x="f42" y="f43"/>
                    <a:pt x="f44" y="f45"/>
                  </a:cubicBezTo>
                  <a:cubicBezTo>
                    <a:pt x="f46" y="f47"/>
                    <a:pt x="f48" y="f49"/>
                    <a:pt x="f50" y="f51"/>
                  </a:cubicBezTo>
                  <a:cubicBezTo>
                    <a:pt x="f52" y="f53"/>
                    <a:pt x="f54" y="f55"/>
                    <a:pt x="f56" y="f57"/>
                  </a:cubicBezTo>
                  <a:cubicBezTo>
                    <a:pt x="f58" y="f59"/>
                    <a:pt x="f60" y="f61"/>
                    <a:pt x="f62" y="f63"/>
                  </a:cubicBezTo>
                  <a:cubicBezTo>
                    <a:pt x="f64" y="f65"/>
                    <a:pt x="f66" y="f67"/>
                    <a:pt x="f68" y="f69"/>
                  </a:cubicBezTo>
                  <a:cubicBezTo>
                    <a:pt x="f70" y="f71"/>
                    <a:pt x="f72" y="f73"/>
                    <a:pt x="f74" y="f75"/>
                  </a:cubicBezTo>
                  <a:cubicBezTo>
                    <a:pt x="f76" y="f77"/>
                    <a:pt x="f78" y="f79"/>
                    <a:pt x="f80" y="f81"/>
                  </a:cubicBezTo>
                  <a:cubicBezTo>
                    <a:pt x="f82" y="f83"/>
                    <a:pt x="f84" y="f85"/>
                    <a:pt x="f86" y="f87"/>
                  </a:cubicBezTo>
                  <a:close/>
                  <a:moveTo>
                    <a:pt x="f88" y="f5"/>
                  </a:moveTo>
                  <a:lnTo>
                    <a:pt x="f89" y="f5"/>
                  </a:lnTo>
                  <a:lnTo>
                    <a:pt x="f90" y="f91"/>
                  </a:lnTo>
                  <a:cubicBezTo>
                    <a:pt x="f92" y="f93"/>
                    <a:pt x="f94" y="f95"/>
                    <a:pt x="f96" y="f97"/>
                  </a:cubicBezTo>
                  <a:cubicBezTo>
                    <a:pt x="f98" y="f99"/>
                    <a:pt x="f100" y="f101"/>
                    <a:pt x="f102" y="f103"/>
                  </a:cubicBezTo>
                  <a:cubicBezTo>
                    <a:pt x="f104" y="f105"/>
                    <a:pt x="f106" y="f107"/>
                    <a:pt x="f106" y="f108"/>
                  </a:cubicBezTo>
                  <a:cubicBezTo>
                    <a:pt x="f106" y="f109"/>
                    <a:pt x="f110" y="f111"/>
                    <a:pt x="f112" y="f113"/>
                  </a:cubicBezTo>
                  <a:cubicBezTo>
                    <a:pt x="f114" y="f115"/>
                    <a:pt x="f116" y="f117"/>
                    <a:pt x="f118" y="f119"/>
                  </a:cubicBezTo>
                  <a:cubicBezTo>
                    <a:pt x="f120" y="f121"/>
                    <a:pt x="f122" y="f123"/>
                    <a:pt x="f124" y="f125"/>
                  </a:cubicBezTo>
                  <a:lnTo>
                    <a:pt x="f126" y="f7"/>
                  </a:lnTo>
                  <a:lnTo>
                    <a:pt x="f127" y="f7"/>
                  </a:lnTo>
                  <a:lnTo>
                    <a:pt x="f128" y="f129"/>
                  </a:lnTo>
                  <a:cubicBezTo>
                    <a:pt x="f130" y="f131"/>
                    <a:pt x="f132" y="f133"/>
                    <a:pt x="f134" y="f135"/>
                  </a:cubicBezTo>
                  <a:cubicBezTo>
                    <a:pt x="f136" y="f137"/>
                    <a:pt x="f5" y="f138"/>
                    <a:pt x="f5" y="f139"/>
                  </a:cubicBezTo>
                  <a:cubicBezTo>
                    <a:pt x="f5" y="f140"/>
                    <a:pt x="f141" y="f142"/>
                    <a:pt x="f143" y="f144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10000"/>
                  </a:srgbClr>
                </a:gs>
                <a:gs pos="100000">
                  <a:srgbClr val="B22600">
                    <a:alpha val="20000"/>
                  </a:srgbClr>
                </a:gs>
              </a:gsLst>
              <a:lin ang="12000000"/>
            </a:gra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Lato"/>
              </a:endParaRPr>
            </a:p>
          </p:txBody>
        </p:sp>
        <p:sp>
          <p:nvSpPr>
            <p:cNvPr id="9" name="Freeform: Shape 18">
              <a:extLst>
                <a:ext uri="{FF2B5EF4-FFF2-40B4-BE49-F238E27FC236}">
                  <a16:creationId xmlns:a16="http://schemas.microsoft.com/office/drawing/2014/main" id="{A4A6F07A-54B6-0519-98FB-CD59F20448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Move="1" noResize="1"/>
            </p:cNvSpPr>
            <p:nvPr/>
          </p:nvSpPr>
          <p:spPr>
            <a:xfrm>
              <a:off x="1629058" y="3986"/>
              <a:ext cx="9107213" cy="685800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9107210"/>
                <a:gd name="f7" fmla="val 6858000"/>
                <a:gd name="f8" fmla="val 6184722"/>
                <a:gd name="f9" fmla="val 6985680"/>
                <a:gd name="f10" fmla="val 7324323"/>
                <a:gd name="f11" fmla="val 247136"/>
                <a:gd name="f12" fmla="val 7437502"/>
                <a:gd name="f13" fmla="val 336500"/>
                <a:gd name="f14" fmla="val 7547171"/>
                <a:gd name="f15" fmla="val 430254"/>
                <a:gd name="f16" fmla="val 7652712"/>
                <a:gd name="f17" fmla="val 528495"/>
                <a:gd name="f18" fmla="val 7863743"/>
                <a:gd name="f19" fmla="val 724929"/>
                <a:gd name="f20" fmla="val 8060097"/>
                <a:gd name="f21" fmla="val 937593"/>
                <a:gd name="f22" fmla="val 8236677"/>
                <a:gd name="f23" fmla="val 1166289"/>
                <a:gd name="f24" fmla="val 8413818"/>
                <a:gd name="f25" fmla="val 1394594"/>
                <a:gd name="f26" fmla="val 8570168"/>
                <a:gd name="f27" fmla="val 1639471"/>
                <a:gd name="f28" fmla="val 8704298"/>
                <a:gd name="f29" fmla="val 1897038"/>
                <a:gd name="f30" fmla="val 8770803"/>
                <a:gd name="f31" fmla="val 2026141"/>
                <a:gd name="f32" fmla="val 8830836"/>
                <a:gd name="f33" fmla="val 2158786"/>
                <a:gd name="f34" fmla="val 8885160"/>
                <a:gd name="f35" fmla="val 2294087"/>
                <a:gd name="f36" fmla="val 8898360"/>
                <a:gd name="f37" fmla="val 2328071"/>
                <a:gd name="f38" fmla="val 8912169"/>
                <a:gd name="f39" fmla="val 2361810"/>
                <a:gd name="f40" fmla="val 8924247"/>
                <a:gd name="f41" fmla="val 2396286"/>
                <a:gd name="f42" fmla="val 8960022"/>
                <a:gd name="f43" fmla="val 2499767"/>
                <a:gd name="f44" fmla="val 8991720"/>
                <a:gd name="f45" fmla="val 2604671"/>
                <a:gd name="f46" fmla="val 9002116"/>
                <a:gd name="f47" fmla="val 2639690"/>
                <a:gd name="f48" fmla="val 9010474"/>
                <a:gd name="f49" fmla="val 2675346"/>
                <a:gd name="f50" fmla="val 9019646"/>
                <a:gd name="f51" fmla="val 2710708"/>
                <a:gd name="f52" fmla="val 9089055"/>
                <a:gd name="f53" fmla="val 2995079"/>
                <a:gd name="f54" fmla="val 9113620"/>
                <a:gd name="f55" fmla="val 3289927"/>
                <a:gd name="f56" fmla="val 9105822"/>
                <a:gd name="f57" fmla="val 3582266"/>
                <a:gd name="f58" fmla="val 9101796"/>
                <a:gd name="f59" fmla="val 3728484"/>
                <a:gd name="f60" fmla="val 9085744"/>
                <a:gd name="f61" fmla="val 3874458"/>
                <a:gd name="f62" fmla="val 9057716"/>
                <a:gd name="f63" fmla="val 4017873"/>
                <a:gd name="f64" fmla="val 9029534"/>
                <a:gd name="f65" fmla="val 4161336"/>
                <a:gd name="f66" fmla="val 8990497"/>
                <a:gd name="f67" fmla="val 4302046"/>
                <a:gd name="f68" fmla="val 8945600"/>
                <a:gd name="f69" fmla="val 4439659"/>
                <a:gd name="f70" fmla="val 8900857"/>
                <a:gd name="f71" fmla="val 4577566"/>
                <a:gd name="f72" fmla="val 8852901"/>
                <a:gd name="f73" fmla="val 4711784"/>
                <a:gd name="f74" fmla="val 8796080"/>
                <a:gd name="f75" fmla="val 4847428"/>
                <a:gd name="f76" fmla="val 8767695"/>
                <a:gd name="f77" fmla="val 4915152"/>
                <a:gd name="f78" fmla="val 8737016"/>
                <a:gd name="f79" fmla="val 4982926"/>
                <a:gd name="f80" fmla="val 8702056"/>
                <a:gd name="f81" fmla="val 5050108"/>
                <a:gd name="f82" fmla="val 8666485"/>
                <a:gd name="f83" fmla="val 5116997"/>
                <a:gd name="f84" fmla="val 8627347"/>
                <a:gd name="f85" fmla="val 5183687"/>
                <a:gd name="f86" fmla="val 8581125"/>
                <a:gd name="f87" fmla="val 5247525"/>
                <a:gd name="f88" fmla="val 8535565"/>
                <a:gd name="f89" fmla="val 5311660"/>
                <a:gd name="f90" fmla="val 8483534"/>
                <a:gd name="f91" fmla="val 5373185"/>
                <a:gd name="f92" fmla="val 8426254"/>
                <a:gd name="f93" fmla="val 5429647"/>
                <a:gd name="f94" fmla="val 8397512"/>
                <a:gd name="f95" fmla="val 5457779"/>
                <a:gd name="f96" fmla="val 8367801"/>
                <a:gd name="f97" fmla="val 5484879"/>
                <a:gd name="f98" fmla="val 8337174"/>
                <a:gd name="f99" fmla="val 5510552"/>
                <a:gd name="f100" fmla="val 8306444"/>
                <a:gd name="f101" fmla="val 5536077"/>
                <a:gd name="f102" fmla="val 8274899"/>
                <a:gd name="f103" fmla="val 5560029"/>
                <a:gd name="f104" fmla="val 8243200"/>
                <a:gd name="f105" fmla="val 5582948"/>
                <a:gd name="f106" fmla="val 8115543"/>
                <a:gd name="f107" fmla="val 5674574"/>
                <a:gd name="f108" fmla="val 7986203"/>
                <a:gd name="f109" fmla="val 5743233"/>
                <a:gd name="f110" fmla="val 7868330"/>
                <a:gd name="f111" fmla="val 5811104"/>
                <a:gd name="f112" fmla="val 7749844"/>
                <a:gd name="f113" fmla="val 5878385"/>
                <a:gd name="f114" fmla="val 7640685"/>
                <a:gd name="f115" fmla="val 5945126"/>
                <a:gd name="f116" fmla="val 7538916"/>
                <a:gd name="f117" fmla="val 6018899"/>
                <a:gd name="f118" fmla="val 7487749"/>
                <a:gd name="f119" fmla="val 6055392"/>
                <a:gd name="f120" fmla="val 7438777"/>
                <a:gd name="f121" fmla="val 6093950"/>
                <a:gd name="f122" fmla="val 7391280"/>
                <a:gd name="f123" fmla="val 6134132"/>
                <a:gd name="f124" fmla="val 7343427"/>
                <a:gd name="f125" fmla="val 6173921"/>
                <a:gd name="f126" fmla="val 7297511"/>
                <a:gd name="f127" fmla="val 6215922"/>
                <a:gd name="f128" fmla="val 7252511"/>
                <a:gd name="f129" fmla="val 6259105"/>
                <a:gd name="f130" fmla="val 7229784"/>
                <a:gd name="f131" fmla="val 6280990"/>
                <a:gd name="f132" fmla="val 7208635"/>
                <a:gd name="f133" fmla="val 6302433"/>
                <a:gd name="f134" fmla="val 7185601"/>
                <a:gd name="f135" fmla="val 6325894"/>
                <a:gd name="f136" fmla="val 7116651"/>
                <a:gd name="f137" fmla="val 6397010"/>
                <a:gd name="f138" fmla="val 6978545"/>
                <a:gd name="f139" fmla="val 6541607"/>
                <a:gd name="f140" fmla="val 6885693"/>
                <a:gd name="f141" fmla="val 6638397"/>
                <a:gd name="f142" fmla="val 6789885"/>
                <a:gd name="f143" fmla="val 6734943"/>
                <a:gd name="f144" fmla="val 6693009"/>
                <a:gd name="f145" fmla="val 6832716"/>
                <a:gd name="f146" fmla="val 6667488"/>
                <a:gd name="f147" fmla="val 6056793"/>
                <a:gd name="f148" fmla="val 6077345"/>
                <a:gd name="f149" fmla="val 6835420"/>
                <a:gd name="f150" fmla="val 6121427"/>
                <a:gd name="f151" fmla="val 6785747"/>
                <a:gd name="f152" fmla="val 6164948"/>
                <a:gd name="f153" fmla="val 6735090"/>
                <a:gd name="f154" fmla="val 6208519"/>
                <a:gd name="f155" fmla="val 6683989"/>
                <a:gd name="f156" fmla="val 6340001"/>
                <a:gd name="f157" fmla="val 6529852"/>
                <a:gd name="f158" fmla="val 6428315"/>
                <a:gd name="f159" fmla="val 6426667"/>
                <a:gd name="f160" fmla="val 6516733"/>
                <a:gd name="f161" fmla="val 6321417"/>
                <a:gd name="f162" fmla="val 6611419"/>
                <a:gd name="f163" fmla="val 6219317"/>
                <a:gd name="f164" fmla="val 6658864"/>
                <a:gd name="f165" fmla="val 6168363"/>
                <a:gd name="f166" fmla="val 6707584"/>
                <a:gd name="f167" fmla="val 6117950"/>
                <a:gd name="f168" fmla="val 6757678"/>
                <a:gd name="f169" fmla="val 6068228"/>
                <a:gd name="f170" fmla="val 6833713"/>
                <a:gd name="f171" fmla="val 5994061"/>
                <a:gd name="f172" fmla="val 6859346"/>
                <a:gd name="f173" fmla="val 5969422"/>
                <a:gd name="f174" fmla="val 6887579"/>
                <a:gd name="f175" fmla="val 5943404"/>
                <a:gd name="f176" fmla="val 6915148"/>
                <a:gd name="f177" fmla="val 5918812"/>
                <a:gd name="f178" fmla="val 7026295"/>
                <a:gd name="f179" fmla="val 5819219"/>
                <a:gd name="f180" fmla="val 7148602"/>
                <a:gd name="f181" fmla="val 5729117"/>
                <a:gd name="f182" fmla="val 7276311"/>
                <a:gd name="f183" fmla="val 5650229"/>
                <a:gd name="f184" fmla="val 7403918"/>
                <a:gd name="f185" fmla="val 5571046"/>
                <a:gd name="f186" fmla="val 7537794"/>
                <a:gd name="f187" fmla="val 5505190"/>
                <a:gd name="f188" fmla="val 7664942"/>
                <a:gd name="f189" fmla="val 5445681"/>
                <a:gd name="f190" fmla="val 7728491"/>
                <a:gd name="f191" fmla="val 5416024"/>
                <a:gd name="f192" fmla="val 7790410"/>
                <a:gd name="f193" fmla="val 5387449"/>
                <a:gd name="f194" fmla="val 7848505"/>
                <a:gd name="f195" fmla="val 5358333"/>
                <a:gd name="f196" fmla="val 7906805"/>
                <a:gd name="f197" fmla="val 5329315"/>
                <a:gd name="f198" fmla="val 7961843"/>
                <a:gd name="f199" fmla="val 5300101"/>
                <a:gd name="f200" fmla="val 8011785"/>
                <a:gd name="f201" fmla="val 5267788"/>
                <a:gd name="f202" fmla="val 8112281"/>
                <a:gd name="f203" fmla="val 5203950"/>
                <a:gd name="f204" fmla="val 8193615"/>
                <a:gd name="f205" fmla="val 5128111"/>
                <a:gd name="f206" fmla="val 8260273"/>
                <a:gd name="f207" fmla="val 5034370"/>
                <a:gd name="f208" fmla="val 8326370"/>
                <a:gd name="f209" fmla="val 4940776"/>
                <a:gd name="f210" fmla="val 8378657"/>
                <a:gd name="f211" fmla="val 4831640"/>
                <a:gd name="f212" fmla="val 8417589"/>
                <a:gd name="f213" fmla="val 4714488"/>
                <a:gd name="f214" fmla="val 8456372"/>
                <a:gd name="f215" fmla="val 4597485"/>
                <a:gd name="f216" fmla="val 8481140"/>
                <a:gd name="f217" fmla="val 4471332"/>
                <a:gd name="f218" fmla="val 8495000"/>
                <a:gd name="f219" fmla="val 4346409"/>
                <a:gd name="f220" fmla="val 8508404"/>
                <a:gd name="f221" fmla="val 4221044"/>
                <a:gd name="f222" fmla="val 8511359"/>
                <a:gd name="f223" fmla="val 4095482"/>
                <a:gd name="f224" fmla="val 8508556"/>
                <a:gd name="f225" fmla="val 3971101"/>
                <a:gd name="f226" fmla="val 8504530"/>
                <a:gd name="f227" fmla="val 3846571"/>
                <a:gd name="f228" fmla="val 8495663"/>
                <a:gd name="f229" fmla="val 3723222"/>
                <a:gd name="f230" fmla="val 8483330"/>
                <a:gd name="f231" fmla="val 3600710"/>
                <a:gd name="f232" fmla="val 8470793"/>
                <a:gd name="f233" fmla="val 3478148"/>
                <a:gd name="f234" fmla="val 8451888"/>
                <a:gd name="f235" fmla="val 3356421"/>
                <a:gd name="f236" fmla="val 8425336"/>
                <a:gd name="f237" fmla="val 3236121"/>
                <a:gd name="f238" fmla="val 8399091"/>
                <a:gd name="f239" fmla="val 3115774"/>
                <a:gd name="f240" fmla="val 2996655"/>
                <a:gd name="f241" fmla="val 8334575"/>
                <a:gd name="f242" fmla="val 2877977"/>
                <a:gd name="f243" fmla="val 8268222"/>
                <a:gd name="f244" fmla="val 2640772"/>
                <a:gd name="f245" fmla="val 8190100"/>
                <a:gd name="f246" fmla="val 2404057"/>
                <a:gd name="f247" fmla="val 8087513"/>
                <a:gd name="f248" fmla="val 2174622"/>
                <a:gd name="f249" fmla="val 7985081"/>
                <a:gd name="f250" fmla="val 1945237"/>
                <a:gd name="f251" fmla="val 7863233"/>
                <a:gd name="f252" fmla="val 1721900"/>
                <a:gd name="f253" fmla="val 7723650"/>
                <a:gd name="f254" fmla="val 1507613"/>
                <a:gd name="f255" fmla="val 7653527"/>
                <a:gd name="f256" fmla="val 1400692"/>
                <a:gd name="f257" fmla="val 7579684"/>
                <a:gd name="f258" fmla="val 1295589"/>
                <a:gd name="f259" fmla="val 7501815"/>
                <a:gd name="f260" fmla="val 1192947"/>
                <a:gd name="f261" fmla="val 7423844"/>
                <a:gd name="f262" fmla="val 1090353"/>
                <a:gd name="f263" fmla="val 7340778"/>
                <a:gd name="f264" fmla="val 991103"/>
                <a:gd name="f265" fmla="val 7254399"/>
                <a:gd name="f266" fmla="val 894361"/>
                <a:gd name="f267" fmla="val 7082047"/>
                <a:gd name="f268" fmla="val 700485"/>
                <a:gd name="f269" fmla="val 6893083"/>
                <a:gd name="f270" fmla="val 519052"/>
                <a:gd name="f271" fmla="val 6689339"/>
                <a:gd name="f272" fmla="val 354046"/>
                <a:gd name="f273" fmla="val 6536914"/>
                <a:gd name="f274" fmla="val 229775"/>
                <a:gd name="f275" fmla="val 6375602"/>
                <a:gd name="f276" fmla="val 115325"/>
                <a:gd name="f277" fmla="val 6206651"/>
                <a:gd name="f278" fmla="val 12626"/>
                <a:gd name="f279" fmla="val 1827105"/>
                <a:gd name="f280" fmla="val 2807607"/>
                <a:gd name="f281" fmla="val 2667958"/>
                <a:gd name="f282" fmla="val 88235"/>
                <a:gd name="f283" fmla="val 2560098"/>
                <a:gd name="f284" fmla="val 159777"/>
                <a:gd name="f285" fmla="val 2455754"/>
                <a:gd name="f286" fmla="val 235690"/>
                <a:gd name="f287" fmla="val 2354723"/>
                <a:gd name="f288" fmla="val 314947"/>
                <a:gd name="f289" fmla="val 2253464"/>
                <a:gd name="f290" fmla="val 394030"/>
                <a:gd name="f291" fmla="val 2156943"/>
                <a:gd name="f292" fmla="val 478181"/>
                <a:gd name="f293" fmla="val 2059963"/>
                <a:gd name="f294" fmla="val 561545"/>
                <a:gd name="f295" fmla="val 1962831"/>
                <a:gd name="f296" fmla="val 644811"/>
                <a:gd name="f297" fmla="val 1868297"/>
                <a:gd name="f298" fmla="val 731322"/>
                <a:gd name="f299" fmla="val 1780798"/>
                <a:gd name="f300" fmla="val 824425"/>
                <a:gd name="f301" fmla="val 1429010"/>
                <a:gd name="f302" fmla="val 1195013"/>
                <a:gd name="f303" fmla="val 1148011"/>
                <a:gd name="f304" fmla="val 1628455"/>
                <a:gd name="f305" fmla="val 954714"/>
                <a:gd name="f306" fmla="val 2094309"/>
                <a:gd name="f307" fmla="val 857938"/>
                <a:gd name="f308" fmla="val 2327186"/>
                <a:gd name="f309" fmla="val 783229"/>
                <a:gd name="f310" fmla="val 2568326"/>
                <a:gd name="f311" fmla="val 732676"/>
                <a:gd name="f312" fmla="val 2813646"/>
                <a:gd name="f313" fmla="val 707552"/>
                <a:gd name="f314" fmla="val 2936307"/>
                <a:gd name="f315" fmla="val 688085"/>
                <a:gd name="f316" fmla="val 3059952"/>
                <a:gd name="f317" fmla="val 673867"/>
                <a:gd name="f318" fmla="val 3183989"/>
                <a:gd name="f319" fmla="val 660056"/>
                <a:gd name="f320" fmla="val 3308075"/>
                <a:gd name="f321" fmla="val 651341"/>
                <a:gd name="f322" fmla="val 3432605"/>
                <a:gd name="f323" fmla="val 647621"/>
                <a:gd name="f324" fmla="val 3557281"/>
                <a:gd name="f325" fmla="val 644411"/>
                <a:gd name="f326" fmla="val 3681958"/>
                <a:gd name="f327" fmla="val 645329"/>
                <a:gd name="f328" fmla="val 3806733"/>
                <a:gd name="f329" fmla="val 653381"/>
                <a:gd name="f330" fmla="val 3931214"/>
                <a:gd name="f331" fmla="val 659852"/>
                <a:gd name="f332" fmla="val 4055792"/>
                <a:gd name="f333" fmla="val 672949"/>
                <a:gd name="f334" fmla="val 4179977"/>
                <a:gd name="f335" fmla="val 690428"/>
                <a:gd name="f336" fmla="val 4303719"/>
                <a:gd name="f337" fmla="val 726408"/>
                <a:gd name="f338" fmla="val 4551057"/>
                <a:gd name="f339" fmla="val 786440"/>
                <a:gd name="f340" fmla="val 4795835"/>
                <a:gd name="f341" fmla="val 871801"/>
                <a:gd name="f342" fmla="val 5033041"/>
                <a:gd name="f343" fmla="val 957007"/>
                <a:gd name="f344" fmla="val 5270247"/>
                <a:gd name="f345" fmla="val 1065962"/>
                <a:gd name="f346" fmla="val 5500322"/>
                <a:gd name="f347" fmla="val 1197749"/>
                <a:gd name="f348" fmla="val 5718494"/>
                <a:gd name="f349" fmla="val 1263846"/>
                <a:gd name="f350" fmla="val 5827433"/>
                <a:gd name="f351" fmla="val 1334937"/>
                <a:gd name="f352" fmla="val 5933813"/>
                <a:gd name="f353" fmla="val 1411480"/>
                <a:gd name="f354" fmla="val 6036703"/>
                <a:gd name="f355" fmla="val 1449548"/>
                <a:gd name="f356" fmla="val 6088295"/>
                <a:gd name="f357" fmla="val 1489451"/>
                <a:gd name="f358" fmla="val 6138609"/>
                <a:gd name="f359" fmla="val 1530170"/>
                <a:gd name="f360" fmla="val 6188430"/>
                <a:gd name="f361" fmla="val 1571447"/>
                <a:gd name="f362" fmla="val 6238055"/>
                <a:gd name="f363" fmla="val 1613644"/>
                <a:gd name="f364" fmla="val 6287336"/>
                <a:gd name="f365" fmla="val 1657165"/>
                <a:gd name="f366" fmla="val 6335385"/>
                <a:gd name="f367" fmla="val 1744079"/>
                <a:gd name="f368" fmla="val 6431708"/>
                <a:gd name="f369" fmla="val 1835644"/>
                <a:gd name="f370" fmla="val 6524282"/>
                <a:gd name="f371" fmla="val 1931343"/>
                <a:gd name="f372" fmla="val 6612896"/>
                <a:gd name="f373" fmla="val 2220133"/>
                <a:gd name="f374" fmla="val 1539862"/>
                <a:gd name="f375" fmla="val 1307111"/>
                <a:gd name="f376" fmla="val 6648873"/>
                <a:gd name="f377" fmla="val 1101839"/>
                <a:gd name="f378" fmla="val 6448063"/>
                <a:gd name="f379" fmla="val 913180"/>
                <a:gd name="f380" fmla="val 6225465"/>
                <a:gd name="f381" fmla="val 750258"/>
                <a:gd name="f382" fmla="val 5987570"/>
                <a:gd name="f383" fmla="val 587232"/>
                <a:gd name="f384" fmla="val 5749281"/>
                <a:gd name="f385" fmla="val 448261"/>
                <a:gd name="f386" fmla="val 5494813"/>
                <a:gd name="f387" fmla="val 335382"/>
                <a:gd name="f388" fmla="val 5229279"/>
                <a:gd name="f389" fmla="val 222298"/>
                <a:gd name="f390" fmla="val 4963793"/>
                <a:gd name="f391" fmla="val 137040"/>
                <a:gd name="f392" fmla="val 4686652"/>
                <a:gd name="f393" fmla="val 79351"/>
                <a:gd name="f394" fmla="val 4403854"/>
                <a:gd name="f395" fmla="val 50150"/>
                <a:gd name="f396" fmla="val 4262456"/>
                <a:gd name="f397" fmla="val 29767"/>
                <a:gd name="f398" fmla="val 4119385"/>
                <a:gd name="f399" fmla="val 16007"/>
                <a:gd name="f400" fmla="val 3975723"/>
                <a:gd name="f401" fmla="val 3930"/>
                <a:gd name="f402" fmla="val 3831964"/>
                <a:gd name="f403" fmla="+- 0 0 2441"/>
                <a:gd name="f404" fmla="val 3687614"/>
                <a:gd name="f405" fmla="val 871"/>
                <a:gd name="f406" fmla="val 3543362"/>
                <a:gd name="f407" fmla="val 3522"/>
                <a:gd name="f408" fmla="val 3399160"/>
                <a:gd name="f409" fmla="val 14172"/>
                <a:gd name="f410" fmla="val 3255105"/>
                <a:gd name="f411" fmla="val 32519"/>
                <a:gd name="f412" fmla="val 3112085"/>
                <a:gd name="f413" fmla="val 50508"/>
                <a:gd name="f414" fmla="val 2969014"/>
                <a:gd name="f415" fmla="val 76090"/>
                <a:gd name="f416" fmla="val 2826925"/>
                <a:gd name="f417" fmla="val 108502"/>
                <a:gd name="f418" fmla="val 2686511"/>
                <a:gd name="f419" fmla="val 173019"/>
                <a:gd name="f420" fmla="val 2405533"/>
                <a:gd name="f421" fmla="val 263474"/>
                <a:gd name="f422" fmla="val 2130703"/>
                <a:gd name="f423" fmla="val 378239"/>
                <a:gd name="f424" fmla="val 1865955"/>
                <a:gd name="f425" fmla="val 607922"/>
                <a:gd name="f426" fmla="val 1336607"/>
                <a:gd name="f427" fmla="val 935706"/>
                <a:gd name="f428" fmla="val 848228"/>
                <a:gd name="f429" fmla="val 1343701"/>
                <a:gd name="f430" fmla="val 431508"/>
                <a:gd name="f431" fmla="val 1446133"/>
                <a:gd name="f432" fmla="val 327783"/>
                <a:gd name="f433" fmla="val 1550910"/>
                <a:gd name="f434" fmla="val 225926"/>
                <a:gd name="f435" fmla="val 1661853"/>
                <a:gd name="f436" fmla="val 130268"/>
                <a:gd name="f437" fmla="+- 0 0 -90"/>
                <a:gd name="f438" fmla="*/ f3 1 9107210"/>
                <a:gd name="f439" fmla="*/ f4 1 6858000"/>
                <a:gd name="f440" fmla="+- f7 0 f5"/>
                <a:gd name="f441" fmla="+- f6 0 f5"/>
                <a:gd name="f442" fmla="*/ f437 f0 1"/>
                <a:gd name="f443" fmla="*/ f441 1 9107210"/>
                <a:gd name="f444" fmla="*/ f440 1 6858000"/>
                <a:gd name="f445" fmla="*/ 6184722 f441 1"/>
                <a:gd name="f446" fmla="*/ 0 f440 1"/>
                <a:gd name="f447" fmla="*/ 6985680 f441 1"/>
                <a:gd name="f448" fmla="*/ 7324323 f441 1"/>
                <a:gd name="f449" fmla="*/ 247136 f440 1"/>
                <a:gd name="f450" fmla="*/ 7652712 f441 1"/>
                <a:gd name="f451" fmla="*/ 528495 f440 1"/>
                <a:gd name="f452" fmla="*/ 8236677 f441 1"/>
                <a:gd name="f453" fmla="*/ 1166289 f440 1"/>
                <a:gd name="f454" fmla="*/ 8704298 f441 1"/>
                <a:gd name="f455" fmla="*/ 1897038 f440 1"/>
                <a:gd name="f456" fmla="*/ 8885160 f441 1"/>
                <a:gd name="f457" fmla="*/ 2294087 f440 1"/>
                <a:gd name="f458" fmla="*/ 8924247 f441 1"/>
                <a:gd name="f459" fmla="*/ 2396286 f440 1"/>
                <a:gd name="f460" fmla="*/ 8960022 f441 1"/>
                <a:gd name="f461" fmla="*/ 2499767 f440 1"/>
                <a:gd name="f462" fmla="*/ 8991720 f441 1"/>
                <a:gd name="f463" fmla="*/ 2604671 f440 1"/>
                <a:gd name="f464" fmla="*/ 9019646 f441 1"/>
                <a:gd name="f465" fmla="*/ 2710708 f440 1"/>
                <a:gd name="f466" fmla="*/ 9105822 f441 1"/>
                <a:gd name="f467" fmla="*/ 3582266 f440 1"/>
                <a:gd name="f468" fmla="*/ 9057716 f441 1"/>
                <a:gd name="f469" fmla="*/ 4017873 f440 1"/>
                <a:gd name="f470" fmla="*/ 8945600 f441 1"/>
                <a:gd name="f471" fmla="*/ 4439659 f440 1"/>
                <a:gd name="f472" fmla="*/ 8796080 f441 1"/>
                <a:gd name="f473" fmla="*/ 4847428 f440 1"/>
                <a:gd name="f474" fmla="*/ 8702056 f441 1"/>
                <a:gd name="f475" fmla="*/ 5050108 f440 1"/>
                <a:gd name="f476" fmla="*/ 8581125 f441 1"/>
                <a:gd name="f477" fmla="*/ 5247525 f440 1"/>
                <a:gd name="f478" fmla="*/ 8426254 f441 1"/>
                <a:gd name="f479" fmla="*/ 5429647 f440 1"/>
                <a:gd name="f480" fmla="*/ 8337174 f441 1"/>
                <a:gd name="f481" fmla="*/ 5510552 f440 1"/>
                <a:gd name="f482" fmla="*/ 8243200 f441 1"/>
                <a:gd name="f483" fmla="*/ 5582948 f440 1"/>
                <a:gd name="f484" fmla="*/ 7868330 f441 1"/>
                <a:gd name="f485" fmla="*/ 5811104 f440 1"/>
                <a:gd name="f486" fmla="*/ 7538916 f441 1"/>
                <a:gd name="f487" fmla="*/ 6018899 f440 1"/>
                <a:gd name="f488" fmla="*/ 7391280 f441 1"/>
                <a:gd name="f489" fmla="*/ 6134132 f440 1"/>
                <a:gd name="f490" fmla="*/ 7252511 f441 1"/>
                <a:gd name="f491" fmla="*/ 6259105 f440 1"/>
                <a:gd name="f492" fmla="*/ 7185601 f441 1"/>
                <a:gd name="f493" fmla="*/ 6325894 f440 1"/>
                <a:gd name="f494" fmla="*/ 7116651 f441 1"/>
                <a:gd name="f495" fmla="*/ 6397010 f440 1"/>
                <a:gd name="f496" fmla="*/ 6978545 f441 1"/>
                <a:gd name="f497" fmla="*/ 6541607 f440 1"/>
                <a:gd name="f498" fmla="*/ 6693009 f441 1"/>
                <a:gd name="f499" fmla="*/ 6832716 f440 1"/>
                <a:gd name="f500" fmla="*/ 6667488 f441 1"/>
                <a:gd name="f501" fmla="*/ 6858000 f440 1"/>
                <a:gd name="f502" fmla="*/ 6056793 f441 1"/>
                <a:gd name="f503" fmla="*/ 6077345 f441 1"/>
                <a:gd name="f504" fmla="*/ 6835420 f440 1"/>
                <a:gd name="f505" fmla="*/ 6208519 f441 1"/>
                <a:gd name="f506" fmla="*/ 6683989 f440 1"/>
                <a:gd name="f507" fmla="*/ 6340001 f441 1"/>
                <a:gd name="f508" fmla="*/ 6529852 f440 1"/>
                <a:gd name="f509" fmla="*/ 6611419 f441 1"/>
                <a:gd name="f510" fmla="*/ 6219317 f440 1"/>
                <a:gd name="f511" fmla="*/ 6757678 f441 1"/>
                <a:gd name="f512" fmla="*/ 6068228 f440 1"/>
                <a:gd name="f513" fmla="*/ 6833713 f441 1"/>
                <a:gd name="f514" fmla="*/ 5994061 f440 1"/>
                <a:gd name="f515" fmla="*/ 6915148 f441 1"/>
                <a:gd name="f516" fmla="*/ 5918812 f440 1"/>
                <a:gd name="f517" fmla="*/ 7276311 f441 1"/>
                <a:gd name="f518" fmla="*/ 5650229 f440 1"/>
                <a:gd name="f519" fmla="*/ 7664942 f441 1"/>
                <a:gd name="f520" fmla="*/ 5445681 f440 1"/>
                <a:gd name="f521" fmla="*/ 7848505 f441 1"/>
                <a:gd name="f522" fmla="*/ 5358333 f440 1"/>
                <a:gd name="f523" fmla="*/ 8011785 f441 1"/>
                <a:gd name="f524" fmla="*/ 5267788 f440 1"/>
                <a:gd name="f525" fmla="*/ 8260273 f441 1"/>
                <a:gd name="f526" fmla="*/ 5034370 f440 1"/>
                <a:gd name="f527" fmla="*/ 8417589 f441 1"/>
                <a:gd name="f528" fmla="*/ 4714488 f440 1"/>
                <a:gd name="f529" fmla="*/ 8495000 f441 1"/>
                <a:gd name="f530" fmla="*/ 4346409 f440 1"/>
                <a:gd name="f531" fmla="*/ 8508556 f441 1"/>
                <a:gd name="f532" fmla="*/ 3971101 f440 1"/>
                <a:gd name="f533" fmla="*/ 8483330 f441 1"/>
                <a:gd name="f534" fmla="*/ 3600710 f440 1"/>
                <a:gd name="f535" fmla="*/ 8425336 f441 1"/>
                <a:gd name="f536" fmla="*/ 3236121 f440 1"/>
                <a:gd name="f537" fmla="*/ 8334575 f441 1"/>
                <a:gd name="f538" fmla="*/ 2877977 f440 1"/>
                <a:gd name="f539" fmla="*/ 8087513 f441 1"/>
                <a:gd name="f540" fmla="*/ 2174622 f440 1"/>
                <a:gd name="f541" fmla="*/ 7723650 f441 1"/>
                <a:gd name="f542" fmla="*/ 1507613 f440 1"/>
                <a:gd name="f543" fmla="*/ 7501815 f441 1"/>
                <a:gd name="f544" fmla="*/ 1192947 f440 1"/>
                <a:gd name="f545" fmla="*/ 7254399 f441 1"/>
                <a:gd name="f546" fmla="*/ 894361 f440 1"/>
                <a:gd name="f547" fmla="*/ 6689339 f441 1"/>
                <a:gd name="f548" fmla="*/ 354046 f440 1"/>
                <a:gd name="f549" fmla="*/ 6206651 f441 1"/>
                <a:gd name="f550" fmla="*/ 12626 f440 1"/>
                <a:gd name="f551" fmla="*/ 1827105 f441 1"/>
                <a:gd name="f552" fmla="*/ 2807607 f441 1"/>
                <a:gd name="f553" fmla="*/ 2667958 f441 1"/>
                <a:gd name="f554" fmla="*/ 88235 f440 1"/>
                <a:gd name="f555" fmla="*/ 2354723 f441 1"/>
                <a:gd name="f556" fmla="*/ 314947 f440 1"/>
                <a:gd name="f557" fmla="*/ 2059963 f441 1"/>
                <a:gd name="f558" fmla="*/ 561545 f440 1"/>
                <a:gd name="f559" fmla="*/ 1780798 f441 1"/>
                <a:gd name="f560" fmla="*/ 824425 f440 1"/>
                <a:gd name="f561" fmla="*/ 954714 f441 1"/>
                <a:gd name="f562" fmla="*/ 2094309 f440 1"/>
                <a:gd name="f563" fmla="*/ 732676 f441 1"/>
                <a:gd name="f564" fmla="*/ 2813646 f440 1"/>
                <a:gd name="f565" fmla="*/ 673867 f441 1"/>
                <a:gd name="f566" fmla="*/ 3183989 f440 1"/>
                <a:gd name="f567" fmla="*/ 647621 f441 1"/>
                <a:gd name="f568" fmla="*/ 3557281 f440 1"/>
                <a:gd name="f569" fmla="*/ 653381 f441 1"/>
                <a:gd name="f570" fmla="*/ 3931214 f440 1"/>
                <a:gd name="f571" fmla="*/ 690428 f441 1"/>
                <a:gd name="f572" fmla="*/ 4303719 f440 1"/>
                <a:gd name="f573" fmla="*/ 871801 f441 1"/>
                <a:gd name="f574" fmla="*/ 5033041 f440 1"/>
                <a:gd name="f575" fmla="*/ 1197749 f441 1"/>
                <a:gd name="f576" fmla="*/ 5718494 f440 1"/>
                <a:gd name="f577" fmla="*/ 1411480 f441 1"/>
                <a:gd name="f578" fmla="*/ 6036703 f440 1"/>
                <a:gd name="f579" fmla="*/ 1530170 f441 1"/>
                <a:gd name="f580" fmla="*/ 6188430 f440 1"/>
                <a:gd name="f581" fmla="*/ 1657165 f441 1"/>
                <a:gd name="f582" fmla="*/ 6335385 f440 1"/>
                <a:gd name="f583" fmla="*/ 1931343 f441 1"/>
                <a:gd name="f584" fmla="*/ 6612896 f440 1"/>
                <a:gd name="f585" fmla="*/ 2220133 f441 1"/>
                <a:gd name="f586" fmla="*/ 1539862 f441 1"/>
                <a:gd name="f587" fmla="*/ 1307111 f441 1"/>
                <a:gd name="f588" fmla="*/ 6648873 f440 1"/>
                <a:gd name="f589" fmla="*/ 750258 f441 1"/>
                <a:gd name="f590" fmla="*/ 5987570 f440 1"/>
                <a:gd name="f591" fmla="*/ 335382 f441 1"/>
                <a:gd name="f592" fmla="*/ 5229279 f440 1"/>
                <a:gd name="f593" fmla="*/ 79351 f441 1"/>
                <a:gd name="f594" fmla="*/ 4403854 f440 1"/>
                <a:gd name="f595" fmla="*/ 16007 f441 1"/>
                <a:gd name="f596" fmla="*/ 3975723 f440 1"/>
                <a:gd name="f597" fmla="*/ 871 f441 1"/>
                <a:gd name="f598" fmla="*/ 3543362 f440 1"/>
                <a:gd name="f599" fmla="*/ 32519 f441 1"/>
                <a:gd name="f600" fmla="*/ 3112085 f440 1"/>
                <a:gd name="f601" fmla="*/ 108502 f441 1"/>
                <a:gd name="f602" fmla="*/ 2686511 f440 1"/>
                <a:gd name="f603" fmla="*/ 378239 f441 1"/>
                <a:gd name="f604" fmla="*/ 1865955 f440 1"/>
                <a:gd name="f605" fmla="*/ 1343701 f441 1"/>
                <a:gd name="f606" fmla="*/ 431508 f440 1"/>
                <a:gd name="f607" fmla="*/ 1661853 f441 1"/>
                <a:gd name="f608" fmla="*/ 130268 f440 1"/>
                <a:gd name="f609" fmla="*/ f442 1 f2"/>
                <a:gd name="f610" fmla="*/ f445 1 9107210"/>
                <a:gd name="f611" fmla="*/ f446 1 6858000"/>
                <a:gd name="f612" fmla="*/ f447 1 9107210"/>
                <a:gd name="f613" fmla="*/ f448 1 9107210"/>
                <a:gd name="f614" fmla="*/ f449 1 6858000"/>
                <a:gd name="f615" fmla="*/ f450 1 9107210"/>
                <a:gd name="f616" fmla="*/ f451 1 6858000"/>
                <a:gd name="f617" fmla="*/ f452 1 9107210"/>
                <a:gd name="f618" fmla="*/ f453 1 6858000"/>
                <a:gd name="f619" fmla="*/ f454 1 9107210"/>
                <a:gd name="f620" fmla="*/ f455 1 6858000"/>
                <a:gd name="f621" fmla="*/ f456 1 9107210"/>
                <a:gd name="f622" fmla="*/ f457 1 6858000"/>
                <a:gd name="f623" fmla="*/ f458 1 9107210"/>
                <a:gd name="f624" fmla="*/ f459 1 6858000"/>
                <a:gd name="f625" fmla="*/ f460 1 9107210"/>
                <a:gd name="f626" fmla="*/ f461 1 6858000"/>
                <a:gd name="f627" fmla="*/ f462 1 9107210"/>
                <a:gd name="f628" fmla="*/ f463 1 6858000"/>
                <a:gd name="f629" fmla="*/ f464 1 9107210"/>
                <a:gd name="f630" fmla="*/ f465 1 6858000"/>
                <a:gd name="f631" fmla="*/ f466 1 9107210"/>
                <a:gd name="f632" fmla="*/ f467 1 6858000"/>
                <a:gd name="f633" fmla="*/ f468 1 9107210"/>
                <a:gd name="f634" fmla="*/ f469 1 6858000"/>
                <a:gd name="f635" fmla="*/ f470 1 9107210"/>
                <a:gd name="f636" fmla="*/ f471 1 6858000"/>
                <a:gd name="f637" fmla="*/ f472 1 9107210"/>
                <a:gd name="f638" fmla="*/ f473 1 6858000"/>
                <a:gd name="f639" fmla="*/ f474 1 9107210"/>
                <a:gd name="f640" fmla="*/ f475 1 6858000"/>
                <a:gd name="f641" fmla="*/ f476 1 9107210"/>
                <a:gd name="f642" fmla="*/ f477 1 6858000"/>
                <a:gd name="f643" fmla="*/ f478 1 9107210"/>
                <a:gd name="f644" fmla="*/ f479 1 6858000"/>
                <a:gd name="f645" fmla="*/ f480 1 9107210"/>
                <a:gd name="f646" fmla="*/ f481 1 6858000"/>
                <a:gd name="f647" fmla="*/ f482 1 9107210"/>
                <a:gd name="f648" fmla="*/ f483 1 6858000"/>
                <a:gd name="f649" fmla="*/ f484 1 9107210"/>
                <a:gd name="f650" fmla="*/ f485 1 6858000"/>
                <a:gd name="f651" fmla="*/ f486 1 9107210"/>
                <a:gd name="f652" fmla="*/ f487 1 6858000"/>
                <a:gd name="f653" fmla="*/ f488 1 9107210"/>
                <a:gd name="f654" fmla="*/ f489 1 6858000"/>
                <a:gd name="f655" fmla="*/ f490 1 9107210"/>
                <a:gd name="f656" fmla="*/ f491 1 6858000"/>
                <a:gd name="f657" fmla="*/ f492 1 9107210"/>
                <a:gd name="f658" fmla="*/ f493 1 6858000"/>
                <a:gd name="f659" fmla="*/ f494 1 9107210"/>
                <a:gd name="f660" fmla="*/ f495 1 6858000"/>
                <a:gd name="f661" fmla="*/ f496 1 9107210"/>
                <a:gd name="f662" fmla="*/ f497 1 6858000"/>
                <a:gd name="f663" fmla="*/ f498 1 9107210"/>
                <a:gd name="f664" fmla="*/ f499 1 6858000"/>
                <a:gd name="f665" fmla="*/ f500 1 9107210"/>
                <a:gd name="f666" fmla="*/ f501 1 6858000"/>
                <a:gd name="f667" fmla="*/ f502 1 9107210"/>
                <a:gd name="f668" fmla="*/ f503 1 9107210"/>
                <a:gd name="f669" fmla="*/ f504 1 6858000"/>
                <a:gd name="f670" fmla="*/ f505 1 9107210"/>
                <a:gd name="f671" fmla="*/ f506 1 6858000"/>
                <a:gd name="f672" fmla="*/ f507 1 9107210"/>
                <a:gd name="f673" fmla="*/ f508 1 6858000"/>
                <a:gd name="f674" fmla="*/ f509 1 9107210"/>
                <a:gd name="f675" fmla="*/ f510 1 6858000"/>
                <a:gd name="f676" fmla="*/ f511 1 9107210"/>
                <a:gd name="f677" fmla="*/ f512 1 6858000"/>
                <a:gd name="f678" fmla="*/ f513 1 9107210"/>
                <a:gd name="f679" fmla="*/ f514 1 6858000"/>
                <a:gd name="f680" fmla="*/ f515 1 9107210"/>
                <a:gd name="f681" fmla="*/ f516 1 6858000"/>
                <a:gd name="f682" fmla="*/ f517 1 9107210"/>
                <a:gd name="f683" fmla="*/ f518 1 6858000"/>
                <a:gd name="f684" fmla="*/ f519 1 9107210"/>
                <a:gd name="f685" fmla="*/ f520 1 6858000"/>
                <a:gd name="f686" fmla="*/ f521 1 9107210"/>
                <a:gd name="f687" fmla="*/ f522 1 6858000"/>
                <a:gd name="f688" fmla="*/ f523 1 9107210"/>
                <a:gd name="f689" fmla="*/ f524 1 6858000"/>
                <a:gd name="f690" fmla="*/ f525 1 9107210"/>
                <a:gd name="f691" fmla="*/ f526 1 6858000"/>
                <a:gd name="f692" fmla="*/ f527 1 9107210"/>
                <a:gd name="f693" fmla="*/ f528 1 6858000"/>
                <a:gd name="f694" fmla="*/ f529 1 9107210"/>
                <a:gd name="f695" fmla="*/ f530 1 6858000"/>
                <a:gd name="f696" fmla="*/ f531 1 9107210"/>
                <a:gd name="f697" fmla="*/ f532 1 6858000"/>
                <a:gd name="f698" fmla="*/ f533 1 9107210"/>
                <a:gd name="f699" fmla="*/ f534 1 6858000"/>
                <a:gd name="f700" fmla="*/ f535 1 9107210"/>
                <a:gd name="f701" fmla="*/ f536 1 6858000"/>
                <a:gd name="f702" fmla="*/ f537 1 9107210"/>
                <a:gd name="f703" fmla="*/ f538 1 6858000"/>
                <a:gd name="f704" fmla="*/ f539 1 9107210"/>
                <a:gd name="f705" fmla="*/ f540 1 6858000"/>
                <a:gd name="f706" fmla="*/ f541 1 9107210"/>
                <a:gd name="f707" fmla="*/ f542 1 6858000"/>
                <a:gd name="f708" fmla="*/ f543 1 9107210"/>
                <a:gd name="f709" fmla="*/ f544 1 6858000"/>
                <a:gd name="f710" fmla="*/ f545 1 9107210"/>
                <a:gd name="f711" fmla="*/ f546 1 6858000"/>
                <a:gd name="f712" fmla="*/ f547 1 9107210"/>
                <a:gd name="f713" fmla="*/ f548 1 6858000"/>
                <a:gd name="f714" fmla="*/ f549 1 9107210"/>
                <a:gd name="f715" fmla="*/ f550 1 6858000"/>
                <a:gd name="f716" fmla="*/ f551 1 9107210"/>
                <a:gd name="f717" fmla="*/ f552 1 9107210"/>
                <a:gd name="f718" fmla="*/ f553 1 9107210"/>
                <a:gd name="f719" fmla="*/ f554 1 6858000"/>
                <a:gd name="f720" fmla="*/ f555 1 9107210"/>
                <a:gd name="f721" fmla="*/ f556 1 6858000"/>
                <a:gd name="f722" fmla="*/ f557 1 9107210"/>
                <a:gd name="f723" fmla="*/ f558 1 6858000"/>
                <a:gd name="f724" fmla="*/ f559 1 9107210"/>
                <a:gd name="f725" fmla="*/ f560 1 6858000"/>
                <a:gd name="f726" fmla="*/ f561 1 9107210"/>
                <a:gd name="f727" fmla="*/ f562 1 6858000"/>
                <a:gd name="f728" fmla="*/ f563 1 9107210"/>
                <a:gd name="f729" fmla="*/ f564 1 6858000"/>
                <a:gd name="f730" fmla="*/ f565 1 9107210"/>
                <a:gd name="f731" fmla="*/ f566 1 6858000"/>
                <a:gd name="f732" fmla="*/ f567 1 9107210"/>
                <a:gd name="f733" fmla="*/ f568 1 6858000"/>
                <a:gd name="f734" fmla="*/ f569 1 9107210"/>
                <a:gd name="f735" fmla="*/ f570 1 6858000"/>
                <a:gd name="f736" fmla="*/ f571 1 9107210"/>
                <a:gd name="f737" fmla="*/ f572 1 6858000"/>
                <a:gd name="f738" fmla="*/ f573 1 9107210"/>
                <a:gd name="f739" fmla="*/ f574 1 6858000"/>
                <a:gd name="f740" fmla="*/ f575 1 9107210"/>
                <a:gd name="f741" fmla="*/ f576 1 6858000"/>
                <a:gd name="f742" fmla="*/ f577 1 9107210"/>
                <a:gd name="f743" fmla="*/ f578 1 6858000"/>
                <a:gd name="f744" fmla="*/ f579 1 9107210"/>
                <a:gd name="f745" fmla="*/ f580 1 6858000"/>
                <a:gd name="f746" fmla="*/ f581 1 9107210"/>
                <a:gd name="f747" fmla="*/ f582 1 6858000"/>
                <a:gd name="f748" fmla="*/ f583 1 9107210"/>
                <a:gd name="f749" fmla="*/ f584 1 6858000"/>
                <a:gd name="f750" fmla="*/ f585 1 9107210"/>
                <a:gd name="f751" fmla="*/ f586 1 9107210"/>
                <a:gd name="f752" fmla="*/ f587 1 9107210"/>
                <a:gd name="f753" fmla="*/ f588 1 6858000"/>
                <a:gd name="f754" fmla="*/ f589 1 9107210"/>
                <a:gd name="f755" fmla="*/ f590 1 6858000"/>
                <a:gd name="f756" fmla="*/ f591 1 9107210"/>
                <a:gd name="f757" fmla="*/ f592 1 6858000"/>
                <a:gd name="f758" fmla="*/ f593 1 9107210"/>
                <a:gd name="f759" fmla="*/ f594 1 6858000"/>
                <a:gd name="f760" fmla="*/ f595 1 9107210"/>
                <a:gd name="f761" fmla="*/ f596 1 6858000"/>
                <a:gd name="f762" fmla="*/ f597 1 9107210"/>
                <a:gd name="f763" fmla="*/ f598 1 6858000"/>
                <a:gd name="f764" fmla="*/ f599 1 9107210"/>
                <a:gd name="f765" fmla="*/ f600 1 6858000"/>
                <a:gd name="f766" fmla="*/ f601 1 9107210"/>
                <a:gd name="f767" fmla="*/ f602 1 6858000"/>
                <a:gd name="f768" fmla="*/ f603 1 9107210"/>
                <a:gd name="f769" fmla="*/ f604 1 6858000"/>
                <a:gd name="f770" fmla="*/ f605 1 9107210"/>
                <a:gd name="f771" fmla="*/ f606 1 6858000"/>
                <a:gd name="f772" fmla="*/ f607 1 9107210"/>
                <a:gd name="f773" fmla="*/ f608 1 6858000"/>
                <a:gd name="f774" fmla="*/ f5 1 f443"/>
                <a:gd name="f775" fmla="*/ f6 1 f443"/>
                <a:gd name="f776" fmla="*/ f5 1 f444"/>
                <a:gd name="f777" fmla="*/ f7 1 f444"/>
                <a:gd name="f778" fmla="+- f609 0 f1"/>
                <a:gd name="f779" fmla="*/ f610 1 f443"/>
                <a:gd name="f780" fmla="*/ f611 1 f444"/>
                <a:gd name="f781" fmla="*/ f612 1 f443"/>
                <a:gd name="f782" fmla="*/ f613 1 f443"/>
                <a:gd name="f783" fmla="*/ f614 1 f444"/>
                <a:gd name="f784" fmla="*/ f615 1 f443"/>
                <a:gd name="f785" fmla="*/ f616 1 f444"/>
                <a:gd name="f786" fmla="*/ f617 1 f443"/>
                <a:gd name="f787" fmla="*/ f618 1 f444"/>
                <a:gd name="f788" fmla="*/ f619 1 f443"/>
                <a:gd name="f789" fmla="*/ f620 1 f444"/>
                <a:gd name="f790" fmla="*/ f621 1 f443"/>
                <a:gd name="f791" fmla="*/ f622 1 f444"/>
                <a:gd name="f792" fmla="*/ f623 1 f443"/>
                <a:gd name="f793" fmla="*/ f624 1 f444"/>
                <a:gd name="f794" fmla="*/ f625 1 f443"/>
                <a:gd name="f795" fmla="*/ f626 1 f444"/>
                <a:gd name="f796" fmla="*/ f627 1 f443"/>
                <a:gd name="f797" fmla="*/ f628 1 f444"/>
                <a:gd name="f798" fmla="*/ f629 1 f443"/>
                <a:gd name="f799" fmla="*/ f630 1 f444"/>
                <a:gd name="f800" fmla="*/ f631 1 f443"/>
                <a:gd name="f801" fmla="*/ f632 1 f444"/>
                <a:gd name="f802" fmla="*/ f633 1 f443"/>
                <a:gd name="f803" fmla="*/ f634 1 f444"/>
                <a:gd name="f804" fmla="*/ f635 1 f443"/>
                <a:gd name="f805" fmla="*/ f636 1 f444"/>
                <a:gd name="f806" fmla="*/ f637 1 f443"/>
                <a:gd name="f807" fmla="*/ f638 1 f444"/>
                <a:gd name="f808" fmla="*/ f639 1 f443"/>
                <a:gd name="f809" fmla="*/ f640 1 f444"/>
                <a:gd name="f810" fmla="*/ f641 1 f443"/>
                <a:gd name="f811" fmla="*/ f642 1 f444"/>
                <a:gd name="f812" fmla="*/ f643 1 f443"/>
                <a:gd name="f813" fmla="*/ f644 1 f444"/>
                <a:gd name="f814" fmla="*/ f645 1 f443"/>
                <a:gd name="f815" fmla="*/ f646 1 f444"/>
                <a:gd name="f816" fmla="*/ f647 1 f443"/>
                <a:gd name="f817" fmla="*/ f648 1 f444"/>
                <a:gd name="f818" fmla="*/ f649 1 f443"/>
                <a:gd name="f819" fmla="*/ f650 1 f444"/>
                <a:gd name="f820" fmla="*/ f651 1 f443"/>
                <a:gd name="f821" fmla="*/ f652 1 f444"/>
                <a:gd name="f822" fmla="*/ f653 1 f443"/>
                <a:gd name="f823" fmla="*/ f654 1 f444"/>
                <a:gd name="f824" fmla="*/ f655 1 f443"/>
                <a:gd name="f825" fmla="*/ f656 1 f444"/>
                <a:gd name="f826" fmla="*/ f657 1 f443"/>
                <a:gd name="f827" fmla="*/ f658 1 f444"/>
                <a:gd name="f828" fmla="*/ f659 1 f443"/>
                <a:gd name="f829" fmla="*/ f660 1 f444"/>
                <a:gd name="f830" fmla="*/ f661 1 f443"/>
                <a:gd name="f831" fmla="*/ f662 1 f444"/>
                <a:gd name="f832" fmla="*/ f663 1 f443"/>
                <a:gd name="f833" fmla="*/ f664 1 f444"/>
                <a:gd name="f834" fmla="*/ f665 1 f443"/>
                <a:gd name="f835" fmla="*/ f666 1 f444"/>
                <a:gd name="f836" fmla="*/ f667 1 f443"/>
                <a:gd name="f837" fmla="*/ f668 1 f443"/>
                <a:gd name="f838" fmla="*/ f669 1 f444"/>
                <a:gd name="f839" fmla="*/ f670 1 f443"/>
                <a:gd name="f840" fmla="*/ f671 1 f444"/>
                <a:gd name="f841" fmla="*/ f672 1 f443"/>
                <a:gd name="f842" fmla="*/ f673 1 f444"/>
                <a:gd name="f843" fmla="*/ f674 1 f443"/>
                <a:gd name="f844" fmla="*/ f675 1 f444"/>
                <a:gd name="f845" fmla="*/ f676 1 f443"/>
                <a:gd name="f846" fmla="*/ f677 1 f444"/>
                <a:gd name="f847" fmla="*/ f678 1 f443"/>
                <a:gd name="f848" fmla="*/ f679 1 f444"/>
                <a:gd name="f849" fmla="*/ f680 1 f443"/>
                <a:gd name="f850" fmla="*/ f681 1 f444"/>
                <a:gd name="f851" fmla="*/ f682 1 f443"/>
                <a:gd name="f852" fmla="*/ f683 1 f444"/>
                <a:gd name="f853" fmla="*/ f684 1 f443"/>
                <a:gd name="f854" fmla="*/ f685 1 f444"/>
                <a:gd name="f855" fmla="*/ f686 1 f443"/>
                <a:gd name="f856" fmla="*/ f687 1 f444"/>
                <a:gd name="f857" fmla="*/ f688 1 f443"/>
                <a:gd name="f858" fmla="*/ f689 1 f444"/>
                <a:gd name="f859" fmla="*/ f690 1 f443"/>
                <a:gd name="f860" fmla="*/ f691 1 f444"/>
                <a:gd name="f861" fmla="*/ f692 1 f443"/>
                <a:gd name="f862" fmla="*/ f693 1 f444"/>
                <a:gd name="f863" fmla="*/ f694 1 f443"/>
                <a:gd name="f864" fmla="*/ f695 1 f444"/>
                <a:gd name="f865" fmla="*/ f696 1 f443"/>
                <a:gd name="f866" fmla="*/ f697 1 f444"/>
                <a:gd name="f867" fmla="*/ f698 1 f443"/>
                <a:gd name="f868" fmla="*/ f699 1 f444"/>
                <a:gd name="f869" fmla="*/ f700 1 f443"/>
                <a:gd name="f870" fmla="*/ f701 1 f444"/>
                <a:gd name="f871" fmla="*/ f702 1 f443"/>
                <a:gd name="f872" fmla="*/ f703 1 f444"/>
                <a:gd name="f873" fmla="*/ f704 1 f443"/>
                <a:gd name="f874" fmla="*/ f705 1 f444"/>
                <a:gd name="f875" fmla="*/ f706 1 f443"/>
                <a:gd name="f876" fmla="*/ f707 1 f444"/>
                <a:gd name="f877" fmla="*/ f708 1 f443"/>
                <a:gd name="f878" fmla="*/ f709 1 f444"/>
                <a:gd name="f879" fmla="*/ f710 1 f443"/>
                <a:gd name="f880" fmla="*/ f711 1 f444"/>
                <a:gd name="f881" fmla="*/ f712 1 f443"/>
                <a:gd name="f882" fmla="*/ f713 1 f444"/>
                <a:gd name="f883" fmla="*/ f714 1 f443"/>
                <a:gd name="f884" fmla="*/ f715 1 f444"/>
                <a:gd name="f885" fmla="*/ f716 1 f443"/>
                <a:gd name="f886" fmla="*/ f717 1 f443"/>
                <a:gd name="f887" fmla="*/ f718 1 f443"/>
                <a:gd name="f888" fmla="*/ f719 1 f444"/>
                <a:gd name="f889" fmla="*/ f720 1 f443"/>
                <a:gd name="f890" fmla="*/ f721 1 f444"/>
                <a:gd name="f891" fmla="*/ f722 1 f443"/>
                <a:gd name="f892" fmla="*/ f723 1 f444"/>
                <a:gd name="f893" fmla="*/ f724 1 f443"/>
                <a:gd name="f894" fmla="*/ f725 1 f444"/>
                <a:gd name="f895" fmla="*/ f726 1 f443"/>
                <a:gd name="f896" fmla="*/ f727 1 f444"/>
                <a:gd name="f897" fmla="*/ f728 1 f443"/>
                <a:gd name="f898" fmla="*/ f729 1 f444"/>
                <a:gd name="f899" fmla="*/ f730 1 f443"/>
                <a:gd name="f900" fmla="*/ f731 1 f444"/>
                <a:gd name="f901" fmla="*/ f732 1 f443"/>
                <a:gd name="f902" fmla="*/ f733 1 f444"/>
                <a:gd name="f903" fmla="*/ f734 1 f443"/>
                <a:gd name="f904" fmla="*/ f735 1 f444"/>
                <a:gd name="f905" fmla="*/ f736 1 f443"/>
                <a:gd name="f906" fmla="*/ f737 1 f444"/>
                <a:gd name="f907" fmla="*/ f738 1 f443"/>
                <a:gd name="f908" fmla="*/ f739 1 f444"/>
                <a:gd name="f909" fmla="*/ f740 1 f443"/>
                <a:gd name="f910" fmla="*/ f741 1 f444"/>
                <a:gd name="f911" fmla="*/ f742 1 f443"/>
                <a:gd name="f912" fmla="*/ f743 1 f444"/>
                <a:gd name="f913" fmla="*/ f744 1 f443"/>
                <a:gd name="f914" fmla="*/ f745 1 f444"/>
                <a:gd name="f915" fmla="*/ f746 1 f443"/>
                <a:gd name="f916" fmla="*/ f747 1 f444"/>
                <a:gd name="f917" fmla="*/ f748 1 f443"/>
                <a:gd name="f918" fmla="*/ f749 1 f444"/>
                <a:gd name="f919" fmla="*/ f750 1 f443"/>
                <a:gd name="f920" fmla="*/ f751 1 f443"/>
                <a:gd name="f921" fmla="*/ f752 1 f443"/>
                <a:gd name="f922" fmla="*/ f753 1 f444"/>
                <a:gd name="f923" fmla="*/ f754 1 f443"/>
                <a:gd name="f924" fmla="*/ f755 1 f444"/>
                <a:gd name="f925" fmla="*/ f756 1 f443"/>
                <a:gd name="f926" fmla="*/ f757 1 f444"/>
                <a:gd name="f927" fmla="*/ f758 1 f443"/>
                <a:gd name="f928" fmla="*/ f759 1 f444"/>
                <a:gd name="f929" fmla="*/ f760 1 f443"/>
                <a:gd name="f930" fmla="*/ f761 1 f444"/>
                <a:gd name="f931" fmla="*/ f762 1 f443"/>
                <a:gd name="f932" fmla="*/ f763 1 f444"/>
                <a:gd name="f933" fmla="*/ f764 1 f443"/>
                <a:gd name="f934" fmla="*/ f765 1 f444"/>
                <a:gd name="f935" fmla="*/ f766 1 f443"/>
                <a:gd name="f936" fmla="*/ f767 1 f444"/>
                <a:gd name="f937" fmla="*/ f768 1 f443"/>
                <a:gd name="f938" fmla="*/ f769 1 f444"/>
                <a:gd name="f939" fmla="*/ f770 1 f443"/>
                <a:gd name="f940" fmla="*/ f771 1 f444"/>
                <a:gd name="f941" fmla="*/ f772 1 f443"/>
                <a:gd name="f942" fmla="*/ f773 1 f444"/>
                <a:gd name="f943" fmla="*/ f774 f438 1"/>
                <a:gd name="f944" fmla="*/ f775 f438 1"/>
                <a:gd name="f945" fmla="*/ f777 f439 1"/>
                <a:gd name="f946" fmla="*/ f776 f439 1"/>
                <a:gd name="f947" fmla="*/ f779 f438 1"/>
                <a:gd name="f948" fmla="*/ f780 f439 1"/>
                <a:gd name="f949" fmla="*/ f781 f438 1"/>
                <a:gd name="f950" fmla="*/ f782 f438 1"/>
                <a:gd name="f951" fmla="*/ f783 f439 1"/>
                <a:gd name="f952" fmla="*/ f784 f438 1"/>
                <a:gd name="f953" fmla="*/ f785 f439 1"/>
                <a:gd name="f954" fmla="*/ f786 f438 1"/>
                <a:gd name="f955" fmla="*/ f787 f439 1"/>
                <a:gd name="f956" fmla="*/ f788 f438 1"/>
                <a:gd name="f957" fmla="*/ f789 f439 1"/>
                <a:gd name="f958" fmla="*/ f790 f438 1"/>
                <a:gd name="f959" fmla="*/ f791 f439 1"/>
                <a:gd name="f960" fmla="*/ f792 f438 1"/>
                <a:gd name="f961" fmla="*/ f793 f439 1"/>
                <a:gd name="f962" fmla="*/ f794 f438 1"/>
                <a:gd name="f963" fmla="*/ f795 f439 1"/>
                <a:gd name="f964" fmla="*/ f796 f438 1"/>
                <a:gd name="f965" fmla="*/ f797 f439 1"/>
                <a:gd name="f966" fmla="*/ f798 f438 1"/>
                <a:gd name="f967" fmla="*/ f799 f439 1"/>
                <a:gd name="f968" fmla="*/ f800 f438 1"/>
                <a:gd name="f969" fmla="*/ f801 f439 1"/>
                <a:gd name="f970" fmla="*/ f802 f438 1"/>
                <a:gd name="f971" fmla="*/ f803 f439 1"/>
                <a:gd name="f972" fmla="*/ f804 f438 1"/>
                <a:gd name="f973" fmla="*/ f805 f439 1"/>
                <a:gd name="f974" fmla="*/ f806 f438 1"/>
                <a:gd name="f975" fmla="*/ f807 f439 1"/>
                <a:gd name="f976" fmla="*/ f808 f438 1"/>
                <a:gd name="f977" fmla="*/ f809 f439 1"/>
                <a:gd name="f978" fmla="*/ f810 f438 1"/>
                <a:gd name="f979" fmla="*/ f811 f439 1"/>
                <a:gd name="f980" fmla="*/ f812 f438 1"/>
                <a:gd name="f981" fmla="*/ f813 f439 1"/>
                <a:gd name="f982" fmla="*/ f814 f438 1"/>
                <a:gd name="f983" fmla="*/ f815 f439 1"/>
                <a:gd name="f984" fmla="*/ f816 f438 1"/>
                <a:gd name="f985" fmla="*/ f817 f439 1"/>
                <a:gd name="f986" fmla="*/ f818 f438 1"/>
                <a:gd name="f987" fmla="*/ f819 f439 1"/>
                <a:gd name="f988" fmla="*/ f820 f438 1"/>
                <a:gd name="f989" fmla="*/ f821 f439 1"/>
                <a:gd name="f990" fmla="*/ f822 f438 1"/>
                <a:gd name="f991" fmla="*/ f823 f439 1"/>
                <a:gd name="f992" fmla="*/ f824 f438 1"/>
                <a:gd name="f993" fmla="*/ f825 f439 1"/>
                <a:gd name="f994" fmla="*/ f826 f438 1"/>
                <a:gd name="f995" fmla="*/ f827 f439 1"/>
                <a:gd name="f996" fmla="*/ f828 f438 1"/>
                <a:gd name="f997" fmla="*/ f829 f439 1"/>
                <a:gd name="f998" fmla="*/ f830 f438 1"/>
                <a:gd name="f999" fmla="*/ f831 f439 1"/>
                <a:gd name="f1000" fmla="*/ f832 f438 1"/>
                <a:gd name="f1001" fmla="*/ f833 f439 1"/>
                <a:gd name="f1002" fmla="*/ f834 f438 1"/>
                <a:gd name="f1003" fmla="*/ f835 f439 1"/>
                <a:gd name="f1004" fmla="*/ f836 f438 1"/>
                <a:gd name="f1005" fmla="*/ f837 f438 1"/>
                <a:gd name="f1006" fmla="*/ f838 f439 1"/>
                <a:gd name="f1007" fmla="*/ f839 f438 1"/>
                <a:gd name="f1008" fmla="*/ f840 f439 1"/>
                <a:gd name="f1009" fmla="*/ f841 f438 1"/>
                <a:gd name="f1010" fmla="*/ f842 f439 1"/>
                <a:gd name="f1011" fmla="*/ f843 f438 1"/>
                <a:gd name="f1012" fmla="*/ f844 f439 1"/>
                <a:gd name="f1013" fmla="*/ f845 f438 1"/>
                <a:gd name="f1014" fmla="*/ f846 f439 1"/>
                <a:gd name="f1015" fmla="*/ f847 f438 1"/>
                <a:gd name="f1016" fmla="*/ f848 f439 1"/>
                <a:gd name="f1017" fmla="*/ f849 f438 1"/>
                <a:gd name="f1018" fmla="*/ f850 f439 1"/>
                <a:gd name="f1019" fmla="*/ f851 f438 1"/>
                <a:gd name="f1020" fmla="*/ f852 f439 1"/>
                <a:gd name="f1021" fmla="*/ f853 f438 1"/>
                <a:gd name="f1022" fmla="*/ f854 f439 1"/>
                <a:gd name="f1023" fmla="*/ f855 f438 1"/>
                <a:gd name="f1024" fmla="*/ f856 f439 1"/>
                <a:gd name="f1025" fmla="*/ f857 f438 1"/>
                <a:gd name="f1026" fmla="*/ f858 f439 1"/>
                <a:gd name="f1027" fmla="*/ f859 f438 1"/>
                <a:gd name="f1028" fmla="*/ f860 f439 1"/>
                <a:gd name="f1029" fmla="*/ f861 f438 1"/>
                <a:gd name="f1030" fmla="*/ f862 f439 1"/>
                <a:gd name="f1031" fmla="*/ f863 f438 1"/>
                <a:gd name="f1032" fmla="*/ f864 f439 1"/>
                <a:gd name="f1033" fmla="*/ f865 f438 1"/>
                <a:gd name="f1034" fmla="*/ f866 f439 1"/>
                <a:gd name="f1035" fmla="*/ f867 f438 1"/>
                <a:gd name="f1036" fmla="*/ f868 f439 1"/>
                <a:gd name="f1037" fmla="*/ f869 f438 1"/>
                <a:gd name="f1038" fmla="*/ f870 f439 1"/>
                <a:gd name="f1039" fmla="*/ f871 f438 1"/>
                <a:gd name="f1040" fmla="*/ f872 f439 1"/>
                <a:gd name="f1041" fmla="*/ f873 f438 1"/>
                <a:gd name="f1042" fmla="*/ f874 f439 1"/>
                <a:gd name="f1043" fmla="*/ f875 f438 1"/>
                <a:gd name="f1044" fmla="*/ f876 f439 1"/>
                <a:gd name="f1045" fmla="*/ f877 f438 1"/>
                <a:gd name="f1046" fmla="*/ f878 f439 1"/>
                <a:gd name="f1047" fmla="*/ f879 f438 1"/>
                <a:gd name="f1048" fmla="*/ f880 f439 1"/>
                <a:gd name="f1049" fmla="*/ f881 f438 1"/>
                <a:gd name="f1050" fmla="*/ f882 f439 1"/>
                <a:gd name="f1051" fmla="*/ f883 f438 1"/>
                <a:gd name="f1052" fmla="*/ f884 f439 1"/>
                <a:gd name="f1053" fmla="*/ f885 f438 1"/>
                <a:gd name="f1054" fmla="*/ f886 f438 1"/>
                <a:gd name="f1055" fmla="*/ f887 f438 1"/>
                <a:gd name="f1056" fmla="*/ f888 f439 1"/>
                <a:gd name="f1057" fmla="*/ f889 f438 1"/>
                <a:gd name="f1058" fmla="*/ f890 f439 1"/>
                <a:gd name="f1059" fmla="*/ f891 f438 1"/>
                <a:gd name="f1060" fmla="*/ f892 f439 1"/>
                <a:gd name="f1061" fmla="*/ f893 f438 1"/>
                <a:gd name="f1062" fmla="*/ f894 f439 1"/>
                <a:gd name="f1063" fmla="*/ f895 f438 1"/>
                <a:gd name="f1064" fmla="*/ f896 f439 1"/>
                <a:gd name="f1065" fmla="*/ f897 f438 1"/>
                <a:gd name="f1066" fmla="*/ f898 f439 1"/>
                <a:gd name="f1067" fmla="*/ f899 f438 1"/>
                <a:gd name="f1068" fmla="*/ f900 f439 1"/>
                <a:gd name="f1069" fmla="*/ f901 f438 1"/>
                <a:gd name="f1070" fmla="*/ f902 f439 1"/>
                <a:gd name="f1071" fmla="*/ f903 f438 1"/>
                <a:gd name="f1072" fmla="*/ f904 f439 1"/>
                <a:gd name="f1073" fmla="*/ f905 f438 1"/>
                <a:gd name="f1074" fmla="*/ f906 f439 1"/>
                <a:gd name="f1075" fmla="*/ f907 f438 1"/>
                <a:gd name="f1076" fmla="*/ f908 f439 1"/>
                <a:gd name="f1077" fmla="*/ f909 f438 1"/>
                <a:gd name="f1078" fmla="*/ f910 f439 1"/>
                <a:gd name="f1079" fmla="*/ f911 f438 1"/>
                <a:gd name="f1080" fmla="*/ f912 f439 1"/>
                <a:gd name="f1081" fmla="*/ f913 f438 1"/>
                <a:gd name="f1082" fmla="*/ f914 f439 1"/>
                <a:gd name="f1083" fmla="*/ f915 f438 1"/>
                <a:gd name="f1084" fmla="*/ f916 f439 1"/>
                <a:gd name="f1085" fmla="*/ f917 f438 1"/>
                <a:gd name="f1086" fmla="*/ f918 f439 1"/>
                <a:gd name="f1087" fmla="*/ f919 f438 1"/>
                <a:gd name="f1088" fmla="*/ f920 f438 1"/>
                <a:gd name="f1089" fmla="*/ f921 f438 1"/>
                <a:gd name="f1090" fmla="*/ f922 f439 1"/>
                <a:gd name="f1091" fmla="*/ f923 f438 1"/>
                <a:gd name="f1092" fmla="*/ f924 f439 1"/>
                <a:gd name="f1093" fmla="*/ f925 f438 1"/>
                <a:gd name="f1094" fmla="*/ f926 f439 1"/>
                <a:gd name="f1095" fmla="*/ f927 f438 1"/>
                <a:gd name="f1096" fmla="*/ f928 f439 1"/>
                <a:gd name="f1097" fmla="*/ f929 f438 1"/>
                <a:gd name="f1098" fmla="*/ f930 f439 1"/>
                <a:gd name="f1099" fmla="*/ f931 f438 1"/>
                <a:gd name="f1100" fmla="*/ f932 f439 1"/>
                <a:gd name="f1101" fmla="*/ f933 f438 1"/>
                <a:gd name="f1102" fmla="*/ f934 f439 1"/>
                <a:gd name="f1103" fmla="*/ f935 f438 1"/>
                <a:gd name="f1104" fmla="*/ f936 f439 1"/>
                <a:gd name="f1105" fmla="*/ f937 f438 1"/>
                <a:gd name="f1106" fmla="*/ f938 f439 1"/>
                <a:gd name="f1107" fmla="*/ f939 f438 1"/>
                <a:gd name="f1108" fmla="*/ f940 f439 1"/>
                <a:gd name="f1109" fmla="*/ f941 f438 1"/>
                <a:gd name="f1110" fmla="*/ f942 f439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778">
                  <a:pos x="f947" y="f948"/>
                </a:cxn>
                <a:cxn ang="f778">
                  <a:pos x="f949" y="f948"/>
                </a:cxn>
                <a:cxn ang="f778">
                  <a:pos x="f950" y="f951"/>
                </a:cxn>
                <a:cxn ang="f778">
                  <a:pos x="f952" y="f953"/>
                </a:cxn>
                <a:cxn ang="f778">
                  <a:pos x="f954" y="f955"/>
                </a:cxn>
                <a:cxn ang="f778">
                  <a:pos x="f956" y="f957"/>
                </a:cxn>
                <a:cxn ang="f778">
                  <a:pos x="f958" y="f959"/>
                </a:cxn>
                <a:cxn ang="f778">
                  <a:pos x="f960" y="f961"/>
                </a:cxn>
                <a:cxn ang="f778">
                  <a:pos x="f962" y="f963"/>
                </a:cxn>
                <a:cxn ang="f778">
                  <a:pos x="f964" y="f965"/>
                </a:cxn>
                <a:cxn ang="f778">
                  <a:pos x="f966" y="f967"/>
                </a:cxn>
                <a:cxn ang="f778">
                  <a:pos x="f968" y="f969"/>
                </a:cxn>
                <a:cxn ang="f778">
                  <a:pos x="f970" y="f971"/>
                </a:cxn>
                <a:cxn ang="f778">
                  <a:pos x="f972" y="f973"/>
                </a:cxn>
                <a:cxn ang="f778">
                  <a:pos x="f974" y="f975"/>
                </a:cxn>
                <a:cxn ang="f778">
                  <a:pos x="f976" y="f977"/>
                </a:cxn>
                <a:cxn ang="f778">
                  <a:pos x="f978" y="f979"/>
                </a:cxn>
                <a:cxn ang="f778">
                  <a:pos x="f980" y="f981"/>
                </a:cxn>
                <a:cxn ang="f778">
                  <a:pos x="f982" y="f983"/>
                </a:cxn>
                <a:cxn ang="f778">
                  <a:pos x="f984" y="f985"/>
                </a:cxn>
                <a:cxn ang="f778">
                  <a:pos x="f986" y="f987"/>
                </a:cxn>
                <a:cxn ang="f778">
                  <a:pos x="f988" y="f989"/>
                </a:cxn>
                <a:cxn ang="f778">
                  <a:pos x="f990" y="f991"/>
                </a:cxn>
                <a:cxn ang="f778">
                  <a:pos x="f992" y="f993"/>
                </a:cxn>
                <a:cxn ang="f778">
                  <a:pos x="f994" y="f995"/>
                </a:cxn>
                <a:cxn ang="f778">
                  <a:pos x="f996" y="f997"/>
                </a:cxn>
                <a:cxn ang="f778">
                  <a:pos x="f998" y="f999"/>
                </a:cxn>
                <a:cxn ang="f778">
                  <a:pos x="f1000" y="f1001"/>
                </a:cxn>
                <a:cxn ang="f778">
                  <a:pos x="f1002" y="f1003"/>
                </a:cxn>
                <a:cxn ang="f778">
                  <a:pos x="f1004" y="f1003"/>
                </a:cxn>
                <a:cxn ang="f778">
                  <a:pos x="f1005" y="f1006"/>
                </a:cxn>
                <a:cxn ang="f778">
                  <a:pos x="f1007" y="f1008"/>
                </a:cxn>
                <a:cxn ang="f778">
                  <a:pos x="f1009" y="f1010"/>
                </a:cxn>
                <a:cxn ang="f778">
                  <a:pos x="f1011" y="f1012"/>
                </a:cxn>
                <a:cxn ang="f778">
                  <a:pos x="f1013" y="f1014"/>
                </a:cxn>
                <a:cxn ang="f778">
                  <a:pos x="f1015" y="f1016"/>
                </a:cxn>
                <a:cxn ang="f778">
                  <a:pos x="f1017" y="f1018"/>
                </a:cxn>
                <a:cxn ang="f778">
                  <a:pos x="f1019" y="f1020"/>
                </a:cxn>
                <a:cxn ang="f778">
                  <a:pos x="f1021" y="f1022"/>
                </a:cxn>
                <a:cxn ang="f778">
                  <a:pos x="f1023" y="f1024"/>
                </a:cxn>
                <a:cxn ang="f778">
                  <a:pos x="f1025" y="f1026"/>
                </a:cxn>
                <a:cxn ang="f778">
                  <a:pos x="f1027" y="f1028"/>
                </a:cxn>
                <a:cxn ang="f778">
                  <a:pos x="f1029" y="f1030"/>
                </a:cxn>
                <a:cxn ang="f778">
                  <a:pos x="f1031" y="f1032"/>
                </a:cxn>
                <a:cxn ang="f778">
                  <a:pos x="f1033" y="f1034"/>
                </a:cxn>
                <a:cxn ang="f778">
                  <a:pos x="f1035" y="f1036"/>
                </a:cxn>
                <a:cxn ang="f778">
                  <a:pos x="f1037" y="f1038"/>
                </a:cxn>
                <a:cxn ang="f778">
                  <a:pos x="f1039" y="f1040"/>
                </a:cxn>
                <a:cxn ang="f778">
                  <a:pos x="f1041" y="f1042"/>
                </a:cxn>
                <a:cxn ang="f778">
                  <a:pos x="f1043" y="f1044"/>
                </a:cxn>
                <a:cxn ang="f778">
                  <a:pos x="f1045" y="f1046"/>
                </a:cxn>
                <a:cxn ang="f778">
                  <a:pos x="f1047" y="f1048"/>
                </a:cxn>
                <a:cxn ang="f778">
                  <a:pos x="f1049" y="f1050"/>
                </a:cxn>
                <a:cxn ang="f778">
                  <a:pos x="f1051" y="f1052"/>
                </a:cxn>
                <a:cxn ang="f778">
                  <a:pos x="f1053" y="f948"/>
                </a:cxn>
                <a:cxn ang="f778">
                  <a:pos x="f1054" y="f948"/>
                </a:cxn>
                <a:cxn ang="f778">
                  <a:pos x="f1055" y="f1056"/>
                </a:cxn>
                <a:cxn ang="f778">
                  <a:pos x="f1057" y="f1058"/>
                </a:cxn>
                <a:cxn ang="f778">
                  <a:pos x="f1059" y="f1060"/>
                </a:cxn>
                <a:cxn ang="f778">
                  <a:pos x="f1061" y="f1062"/>
                </a:cxn>
                <a:cxn ang="f778">
                  <a:pos x="f1063" y="f1064"/>
                </a:cxn>
                <a:cxn ang="f778">
                  <a:pos x="f1065" y="f1066"/>
                </a:cxn>
                <a:cxn ang="f778">
                  <a:pos x="f1067" y="f1068"/>
                </a:cxn>
                <a:cxn ang="f778">
                  <a:pos x="f1069" y="f1070"/>
                </a:cxn>
                <a:cxn ang="f778">
                  <a:pos x="f1071" y="f1072"/>
                </a:cxn>
                <a:cxn ang="f778">
                  <a:pos x="f1073" y="f1074"/>
                </a:cxn>
                <a:cxn ang="f778">
                  <a:pos x="f1075" y="f1076"/>
                </a:cxn>
                <a:cxn ang="f778">
                  <a:pos x="f1077" y="f1078"/>
                </a:cxn>
                <a:cxn ang="f778">
                  <a:pos x="f1079" y="f1080"/>
                </a:cxn>
                <a:cxn ang="f778">
                  <a:pos x="f1081" y="f1082"/>
                </a:cxn>
                <a:cxn ang="f778">
                  <a:pos x="f1083" y="f1084"/>
                </a:cxn>
                <a:cxn ang="f778">
                  <a:pos x="f1085" y="f1086"/>
                </a:cxn>
                <a:cxn ang="f778">
                  <a:pos x="f1087" y="f1003"/>
                </a:cxn>
                <a:cxn ang="f778">
                  <a:pos x="f1088" y="f1003"/>
                </a:cxn>
                <a:cxn ang="f778">
                  <a:pos x="f1089" y="f1090"/>
                </a:cxn>
                <a:cxn ang="f778">
                  <a:pos x="f1091" y="f1092"/>
                </a:cxn>
                <a:cxn ang="f778">
                  <a:pos x="f1093" y="f1094"/>
                </a:cxn>
                <a:cxn ang="f778">
                  <a:pos x="f1095" y="f1096"/>
                </a:cxn>
                <a:cxn ang="f778">
                  <a:pos x="f1097" y="f1098"/>
                </a:cxn>
                <a:cxn ang="f778">
                  <a:pos x="f1099" y="f1100"/>
                </a:cxn>
                <a:cxn ang="f778">
                  <a:pos x="f1101" y="f1102"/>
                </a:cxn>
                <a:cxn ang="f778">
                  <a:pos x="f1103" y="f1104"/>
                </a:cxn>
                <a:cxn ang="f778">
                  <a:pos x="f1105" y="f1106"/>
                </a:cxn>
                <a:cxn ang="f778">
                  <a:pos x="f1107" y="f1108"/>
                </a:cxn>
                <a:cxn ang="f778">
                  <a:pos x="f1109" y="f1110"/>
                </a:cxn>
              </a:cxnLst>
              <a:rect l="f943" t="f946" r="f944" b="f945"/>
              <a:pathLst>
                <a:path w="9107210" h="6858000">
                  <a:moveTo>
                    <a:pt x="f8" y="f5"/>
                  </a:moveTo>
                  <a:lnTo>
                    <a:pt x="f9" y="f5"/>
                  </a:lnTo>
                  <a:lnTo>
                    <a:pt x="f10" y="f11"/>
                  </a:lnTo>
                  <a:cubicBezTo>
                    <a:pt x="f12" y="f13"/>
                    <a:pt x="f14" y="f15"/>
                    <a:pt x="f16" y="f17"/>
                  </a:cubicBezTo>
                  <a:cubicBezTo>
                    <a:pt x="f18" y="f19"/>
                    <a:pt x="f20" y="f21"/>
                    <a:pt x="f22" y="f23"/>
                  </a:cubicBezTo>
                  <a:cubicBezTo>
                    <a:pt x="f24" y="f25"/>
                    <a:pt x="f26" y="f27"/>
                    <a:pt x="f28" y="f29"/>
                  </a:cubicBezTo>
                  <a:cubicBezTo>
                    <a:pt x="f30" y="f31"/>
                    <a:pt x="f32" y="f33"/>
                    <a:pt x="f34" y="f35"/>
                  </a:cubicBezTo>
                  <a:cubicBezTo>
                    <a:pt x="f36" y="f37"/>
                    <a:pt x="f38" y="f39"/>
                    <a:pt x="f40" y="f41"/>
                  </a:cubicBezTo>
                  <a:lnTo>
                    <a:pt x="f42" y="f43"/>
                  </a:lnTo>
                  <a:lnTo>
                    <a:pt x="f44" y="f45"/>
                  </a:lnTo>
                  <a:cubicBezTo>
                    <a:pt x="f46" y="f47"/>
                    <a:pt x="f48" y="f49"/>
                    <a:pt x="f50" y="f51"/>
                  </a:cubicBezTo>
                  <a:cubicBezTo>
                    <a:pt x="f52" y="f53"/>
                    <a:pt x="f54" y="f55"/>
                    <a:pt x="f56" y="f57"/>
                  </a:cubicBezTo>
                  <a:cubicBezTo>
                    <a:pt x="f58" y="f59"/>
                    <a:pt x="f60" y="f61"/>
                    <a:pt x="f62" y="f63"/>
                  </a:cubicBezTo>
                  <a:cubicBezTo>
                    <a:pt x="f64" y="f65"/>
                    <a:pt x="f66" y="f67"/>
                    <a:pt x="f68" y="f69"/>
                  </a:cubicBezTo>
                  <a:cubicBezTo>
                    <a:pt x="f70" y="f71"/>
                    <a:pt x="f72" y="f73"/>
                    <a:pt x="f74" y="f75"/>
                  </a:cubicBezTo>
                  <a:cubicBezTo>
                    <a:pt x="f76" y="f77"/>
                    <a:pt x="f78" y="f79"/>
                    <a:pt x="f80" y="f81"/>
                  </a:cubicBezTo>
                  <a:cubicBezTo>
                    <a:pt x="f82" y="f83"/>
                    <a:pt x="f84" y="f85"/>
                    <a:pt x="f86" y="f87"/>
                  </a:cubicBezTo>
                  <a:cubicBezTo>
                    <a:pt x="f88" y="f89"/>
                    <a:pt x="f90" y="f91"/>
                    <a:pt x="f92" y="f93"/>
                  </a:cubicBezTo>
                  <a:cubicBezTo>
                    <a:pt x="f94" y="f95"/>
                    <a:pt x="f96" y="f97"/>
                    <a:pt x="f98" y="f99"/>
                  </a:cubicBezTo>
                  <a:cubicBezTo>
                    <a:pt x="f100" y="f101"/>
                    <a:pt x="f102" y="f103"/>
                    <a:pt x="f104" y="f105"/>
                  </a:cubicBezTo>
                  <a:cubicBezTo>
                    <a:pt x="f106" y="f107"/>
                    <a:pt x="f108" y="f109"/>
                    <a:pt x="f110" y="f111"/>
                  </a:cubicBezTo>
                  <a:cubicBezTo>
                    <a:pt x="f112" y="f113"/>
                    <a:pt x="f114" y="f115"/>
                    <a:pt x="f116" y="f117"/>
                  </a:cubicBezTo>
                  <a:cubicBezTo>
                    <a:pt x="f118" y="f119"/>
                    <a:pt x="f120" y="f121"/>
                    <a:pt x="f122" y="f123"/>
                  </a:cubicBezTo>
                  <a:cubicBezTo>
                    <a:pt x="f124" y="f125"/>
                    <a:pt x="f126" y="f127"/>
                    <a:pt x="f128" y="f129"/>
                  </a:cubicBezTo>
                  <a:cubicBezTo>
                    <a:pt x="f130" y="f131"/>
                    <a:pt x="f132" y="f133"/>
                    <a:pt x="f134" y="f135"/>
                  </a:cubicBezTo>
                  <a:lnTo>
                    <a:pt x="f136" y="f137"/>
                  </a:lnTo>
                  <a:lnTo>
                    <a:pt x="f138" y="f139"/>
                  </a:lnTo>
                  <a:cubicBezTo>
                    <a:pt x="f140" y="f141"/>
                    <a:pt x="f142" y="f143"/>
                    <a:pt x="f144" y="f145"/>
                  </a:cubicBezTo>
                  <a:lnTo>
                    <a:pt x="f146" y="f7"/>
                  </a:lnTo>
                  <a:lnTo>
                    <a:pt x="f147" y="f7"/>
                  </a:lnTo>
                  <a:lnTo>
                    <a:pt x="f148" y="f149"/>
                  </a:lnTo>
                  <a:cubicBezTo>
                    <a:pt x="f150" y="f151"/>
                    <a:pt x="f152" y="f153"/>
                    <a:pt x="f154" y="f155"/>
                  </a:cubicBezTo>
                  <a:lnTo>
                    <a:pt x="f156" y="f157"/>
                  </a:lnTo>
                  <a:cubicBezTo>
                    <a:pt x="f158" y="f159"/>
                    <a:pt x="f160" y="f161"/>
                    <a:pt x="f162" y="f163"/>
                  </a:cubicBezTo>
                  <a:cubicBezTo>
                    <a:pt x="f164" y="f165"/>
                    <a:pt x="f166" y="f167"/>
                    <a:pt x="f168" y="f169"/>
                  </a:cubicBezTo>
                  <a:lnTo>
                    <a:pt x="f170" y="f171"/>
                  </a:lnTo>
                  <a:cubicBezTo>
                    <a:pt x="f172" y="f173"/>
                    <a:pt x="f174" y="f175"/>
                    <a:pt x="f176" y="f177"/>
                  </a:cubicBezTo>
                  <a:cubicBezTo>
                    <a:pt x="f178" y="f179"/>
                    <a:pt x="f180" y="f181"/>
                    <a:pt x="f182" y="f183"/>
                  </a:cubicBezTo>
                  <a:cubicBezTo>
                    <a:pt x="f184" y="f185"/>
                    <a:pt x="f186" y="f187"/>
                    <a:pt x="f188" y="f189"/>
                  </a:cubicBezTo>
                  <a:cubicBezTo>
                    <a:pt x="f190" y="f191"/>
                    <a:pt x="f192" y="f193"/>
                    <a:pt x="f194" y="f195"/>
                  </a:cubicBezTo>
                  <a:cubicBezTo>
                    <a:pt x="f196" y="f197"/>
                    <a:pt x="f198" y="f199"/>
                    <a:pt x="f200" y="f201"/>
                  </a:cubicBezTo>
                  <a:cubicBezTo>
                    <a:pt x="f202" y="f203"/>
                    <a:pt x="f204" y="f205"/>
                    <a:pt x="f206" y="f207"/>
                  </a:cubicBezTo>
                  <a:cubicBezTo>
                    <a:pt x="f208" y="f209"/>
                    <a:pt x="f210" y="f211"/>
                    <a:pt x="f212" y="f213"/>
                  </a:cubicBezTo>
                  <a:cubicBezTo>
                    <a:pt x="f214" y="f215"/>
                    <a:pt x="f216" y="f217"/>
                    <a:pt x="f218" y="f219"/>
                  </a:cubicBezTo>
                  <a:cubicBezTo>
                    <a:pt x="f220" y="f221"/>
                    <a:pt x="f222" y="f223"/>
                    <a:pt x="f224" y="f225"/>
                  </a:cubicBezTo>
                  <a:cubicBezTo>
                    <a:pt x="f226" y="f227"/>
                    <a:pt x="f228" y="f229"/>
                    <a:pt x="f230" y="f231"/>
                  </a:cubicBezTo>
                  <a:cubicBezTo>
                    <a:pt x="f232" y="f233"/>
                    <a:pt x="f234" y="f235"/>
                    <a:pt x="f236" y="f237"/>
                  </a:cubicBezTo>
                  <a:cubicBezTo>
                    <a:pt x="f238" y="f239"/>
                    <a:pt x="f96" y="f240"/>
                    <a:pt x="f241" y="f242"/>
                  </a:cubicBezTo>
                  <a:cubicBezTo>
                    <a:pt x="f243" y="f244"/>
                    <a:pt x="f245" y="f246"/>
                    <a:pt x="f247" y="f248"/>
                  </a:cubicBezTo>
                  <a:cubicBezTo>
                    <a:pt x="f249" y="f250"/>
                    <a:pt x="f251" y="f252"/>
                    <a:pt x="f253" y="f254"/>
                  </a:cubicBezTo>
                  <a:cubicBezTo>
                    <a:pt x="f255" y="f256"/>
                    <a:pt x="f257" y="f258"/>
                    <a:pt x="f259" y="f260"/>
                  </a:cubicBezTo>
                  <a:cubicBezTo>
                    <a:pt x="f261" y="f262"/>
                    <a:pt x="f263" y="f264"/>
                    <a:pt x="f265" y="f266"/>
                  </a:cubicBezTo>
                  <a:cubicBezTo>
                    <a:pt x="f267" y="f268"/>
                    <a:pt x="f269" y="f270"/>
                    <a:pt x="f271" y="f272"/>
                  </a:cubicBezTo>
                  <a:cubicBezTo>
                    <a:pt x="f273" y="f274"/>
                    <a:pt x="f275" y="f276"/>
                    <a:pt x="f277" y="f278"/>
                  </a:cubicBezTo>
                  <a:close/>
                  <a:moveTo>
                    <a:pt x="f279" y="f5"/>
                  </a:moveTo>
                  <a:lnTo>
                    <a:pt x="f280" y="f5"/>
                  </a:lnTo>
                  <a:lnTo>
                    <a:pt x="f281" y="f282"/>
                  </a:lnTo>
                  <a:cubicBezTo>
                    <a:pt x="f283" y="f284"/>
                    <a:pt x="f285" y="f286"/>
                    <a:pt x="f287" y="f288"/>
                  </a:cubicBezTo>
                  <a:cubicBezTo>
                    <a:pt x="f289" y="f290"/>
                    <a:pt x="f291" y="f292"/>
                    <a:pt x="f293" y="f294"/>
                  </a:cubicBezTo>
                  <a:cubicBezTo>
                    <a:pt x="f295" y="f296"/>
                    <a:pt x="f297" y="f298"/>
                    <a:pt x="f299" y="f300"/>
                  </a:cubicBezTo>
                  <a:cubicBezTo>
                    <a:pt x="f301" y="f302"/>
                    <a:pt x="f303" y="f304"/>
                    <a:pt x="f305" y="f306"/>
                  </a:cubicBezTo>
                  <a:cubicBezTo>
                    <a:pt x="f307" y="f308"/>
                    <a:pt x="f309" y="f310"/>
                    <a:pt x="f311" y="f312"/>
                  </a:cubicBezTo>
                  <a:cubicBezTo>
                    <a:pt x="f313" y="f314"/>
                    <a:pt x="f315" y="f316"/>
                    <a:pt x="f317" y="f318"/>
                  </a:cubicBezTo>
                  <a:cubicBezTo>
                    <a:pt x="f319" y="f320"/>
                    <a:pt x="f321" y="f322"/>
                    <a:pt x="f323" y="f324"/>
                  </a:cubicBezTo>
                  <a:cubicBezTo>
                    <a:pt x="f325" y="f326"/>
                    <a:pt x="f327" y="f328"/>
                    <a:pt x="f329" y="f330"/>
                  </a:cubicBezTo>
                  <a:cubicBezTo>
                    <a:pt x="f331" y="f332"/>
                    <a:pt x="f333" y="f334"/>
                    <a:pt x="f335" y="f336"/>
                  </a:cubicBezTo>
                  <a:cubicBezTo>
                    <a:pt x="f337" y="f338"/>
                    <a:pt x="f339" y="f340"/>
                    <a:pt x="f341" y="f342"/>
                  </a:cubicBezTo>
                  <a:cubicBezTo>
                    <a:pt x="f343" y="f344"/>
                    <a:pt x="f345" y="f346"/>
                    <a:pt x="f347" y="f348"/>
                  </a:cubicBezTo>
                  <a:cubicBezTo>
                    <a:pt x="f349" y="f350"/>
                    <a:pt x="f351" y="f352"/>
                    <a:pt x="f353" y="f354"/>
                  </a:cubicBezTo>
                  <a:cubicBezTo>
                    <a:pt x="f355" y="f356"/>
                    <a:pt x="f357" y="f358"/>
                    <a:pt x="f359" y="f360"/>
                  </a:cubicBezTo>
                  <a:cubicBezTo>
                    <a:pt x="f361" y="f362"/>
                    <a:pt x="f363" y="f364"/>
                    <a:pt x="f365" y="f366"/>
                  </a:cubicBezTo>
                  <a:cubicBezTo>
                    <a:pt x="f367" y="f368"/>
                    <a:pt x="f369" y="f370"/>
                    <a:pt x="f371" y="f372"/>
                  </a:cubicBezTo>
                  <a:lnTo>
                    <a:pt x="f373" y="f7"/>
                  </a:lnTo>
                  <a:lnTo>
                    <a:pt x="f374" y="f7"/>
                  </a:lnTo>
                  <a:lnTo>
                    <a:pt x="f375" y="f376"/>
                  </a:lnTo>
                  <a:cubicBezTo>
                    <a:pt x="f377" y="f378"/>
                    <a:pt x="f379" y="f380"/>
                    <a:pt x="f381" y="f382"/>
                  </a:cubicBezTo>
                  <a:cubicBezTo>
                    <a:pt x="f383" y="f384"/>
                    <a:pt x="f385" y="f386"/>
                    <a:pt x="f387" y="f388"/>
                  </a:cubicBezTo>
                  <a:cubicBezTo>
                    <a:pt x="f389" y="f390"/>
                    <a:pt x="f391" y="f392"/>
                    <a:pt x="f393" y="f394"/>
                  </a:cubicBezTo>
                  <a:cubicBezTo>
                    <a:pt x="f395" y="f396"/>
                    <a:pt x="f397" y="f398"/>
                    <a:pt x="f399" y="f400"/>
                  </a:cubicBezTo>
                  <a:cubicBezTo>
                    <a:pt x="f401" y="f402"/>
                    <a:pt x="f403" y="f404"/>
                    <a:pt x="f405" y="f406"/>
                  </a:cubicBezTo>
                  <a:cubicBezTo>
                    <a:pt x="f407" y="f408"/>
                    <a:pt x="f409" y="f410"/>
                    <a:pt x="f411" y="f412"/>
                  </a:cubicBezTo>
                  <a:cubicBezTo>
                    <a:pt x="f413" y="f414"/>
                    <a:pt x="f415" y="f416"/>
                    <a:pt x="f417" y="f418"/>
                  </a:cubicBezTo>
                  <a:cubicBezTo>
                    <a:pt x="f419" y="f420"/>
                    <a:pt x="f421" y="f422"/>
                    <a:pt x="f423" y="f424"/>
                  </a:cubicBezTo>
                  <a:cubicBezTo>
                    <a:pt x="f425" y="f426"/>
                    <a:pt x="f427" y="f428"/>
                    <a:pt x="f429" y="f430"/>
                  </a:cubicBezTo>
                  <a:cubicBezTo>
                    <a:pt x="f431" y="f432"/>
                    <a:pt x="f433" y="f434"/>
                    <a:pt x="f435" y="f436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10000"/>
                  </a:srgbClr>
                </a:gs>
                <a:gs pos="100000">
                  <a:srgbClr val="B22600">
                    <a:alpha val="8000"/>
                  </a:srgbClr>
                </a:gs>
              </a:gsLst>
              <a:lin ang="12000000"/>
            </a:gra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Lato"/>
              </a:endParaRPr>
            </a:p>
          </p:txBody>
        </p:sp>
        <p:sp>
          <p:nvSpPr>
            <p:cNvPr id="10" name="Freeform: Shape 19">
              <a:extLst>
                <a:ext uri="{FF2B5EF4-FFF2-40B4-BE49-F238E27FC236}">
                  <a16:creationId xmlns:a16="http://schemas.microsoft.com/office/drawing/2014/main" id="{05F5FF46-85D4-37E8-D296-2042B37CF7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Move="1" noResize="1"/>
            </p:cNvSpPr>
            <p:nvPr/>
          </p:nvSpPr>
          <p:spPr>
            <a:xfrm>
              <a:off x="1318436" y="3986"/>
              <a:ext cx="9747622" cy="685800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9747620"/>
                <a:gd name="f7" fmla="val 6858000"/>
                <a:gd name="f8" fmla="val 7235453"/>
                <a:gd name="f9" fmla="val 7548130"/>
                <a:gd name="f10" fmla="val 7710334"/>
                <a:gd name="f11" fmla="val 111973"/>
                <a:gd name="f12" fmla="val 7770781"/>
                <a:gd name="f13" fmla="val 157314"/>
                <a:gd name="f14" fmla="val 7830282"/>
                <a:gd name="f15" fmla="val 203517"/>
                <a:gd name="f16" fmla="val 7889188"/>
                <a:gd name="f17" fmla="val 251542"/>
                <a:gd name="f18" fmla="val 7947894"/>
                <a:gd name="f19" fmla="val 299470"/>
                <a:gd name="f20" fmla="val 8005557"/>
                <a:gd name="f21" fmla="val 348453"/>
                <a:gd name="f22" fmla="val 8061828"/>
                <a:gd name="f23" fmla="val 398586"/>
                <a:gd name="f24" fmla="val 8090013"/>
                <a:gd name="f25" fmla="val 423605"/>
                <a:gd name="f26" fmla="val 8117948"/>
                <a:gd name="f27" fmla="val 448816"/>
                <a:gd name="f28" fmla="val 8145637"/>
                <a:gd name="f29" fmla="val 474218"/>
                <a:gd name="f30" fmla="val 8159506"/>
                <a:gd name="f31" fmla="val 486918"/>
                <a:gd name="f32" fmla="val 8173375"/>
                <a:gd name="f33" fmla="val 499764"/>
                <a:gd name="f34" fmla="val 8187242"/>
                <a:gd name="f35" fmla="val 512753"/>
                <a:gd name="f36" fmla="val 8228402"/>
                <a:gd name="f37" fmla="val 551575"/>
                <a:gd name="f38" fmla="val 8283082"/>
                <a:gd name="f39" fmla="val 603577"/>
                <a:gd name="f40" fmla="val 8336569"/>
                <a:gd name="f41" fmla="val 656778"/>
                <a:gd name="f42" fmla="val 8389211"/>
                <a:gd name="f43" fmla="val 710937"/>
                <a:gd name="f44" fmla="val 8415458"/>
                <a:gd name="f45" fmla="val 738065"/>
                <a:gd name="f46" fmla="val 8441455"/>
                <a:gd name="f47" fmla="val 765432"/>
                <a:gd name="f48" fmla="val 8467206"/>
                <a:gd name="f49" fmla="val 793088"/>
                <a:gd name="f50" fmla="val 8486791"/>
                <a:gd name="f51" fmla="val 814223"/>
                <a:gd name="f52" fmla="val 8505979"/>
                <a:gd name="f53" fmla="val 835409"/>
                <a:gd name="f54" fmla="val 8543509"/>
                <a:gd name="f55" fmla="val 877346"/>
                <a:gd name="f56" fmla="val 8593418"/>
                <a:gd name="f57" fmla="val 933423"/>
                <a:gd name="f58" fmla="val 8642579"/>
                <a:gd name="f59" fmla="val 990601"/>
                <a:gd name="f60" fmla="val 8690549"/>
                <a:gd name="f61" fmla="val 1048978"/>
                <a:gd name="f62" fmla="val 8714558"/>
                <a:gd name="f63" fmla="val 1078168"/>
                <a:gd name="f64" fmla="val 8738368"/>
                <a:gd name="f65" fmla="val 1107644"/>
                <a:gd name="f66" fmla="val 8761732"/>
                <a:gd name="f67" fmla="val 1137502"/>
                <a:gd name="f68" fmla="val 8796379"/>
                <a:gd name="f69" fmla="val 1182077"/>
                <a:gd name="f70" fmla="val 8830678"/>
                <a:gd name="f71" fmla="val 1226986"/>
                <a:gd name="f72" fmla="val 8876112"/>
                <a:gd name="f73" fmla="val 1287185"/>
                <a:gd name="f74" fmla="val 8920304"/>
                <a:gd name="f75" fmla="val 1348532"/>
                <a:gd name="f76" fmla="val 8963353"/>
                <a:gd name="f77" fmla="val 1410936"/>
                <a:gd name="f78" fmla="val 8984727"/>
                <a:gd name="f79" fmla="val 1442137"/>
                <a:gd name="f80" fmla="val 9005954"/>
                <a:gd name="f81" fmla="val 1473915"/>
                <a:gd name="f82" fmla="val 9026483"/>
                <a:gd name="f83" fmla="val 1505499"/>
                <a:gd name="f84" fmla="val 9057004"/>
                <a:gd name="f85" fmla="val 1552613"/>
                <a:gd name="f86" fmla="val 9067245"/>
                <a:gd name="f87" fmla="val 1568525"/>
                <a:gd name="f88" fmla="val 9077336"/>
                <a:gd name="f89" fmla="val 1584534"/>
                <a:gd name="f90" fmla="val 9087278"/>
                <a:gd name="f91" fmla="val 1600542"/>
                <a:gd name="f92" fmla="val 9127145"/>
                <a:gd name="f93" fmla="val 1664766"/>
                <a:gd name="f94" fmla="val 9165966"/>
                <a:gd name="f95" fmla="val 1729613"/>
                <a:gd name="f96" fmla="val 9202851"/>
                <a:gd name="f97" fmla="val 1795515"/>
                <a:gd name="f98" fmla="val 9221342"/>
                <a:gd name="f99" fmla="val 1828491"/>
                <a:gd name="f100" fmla="val 9239437"/>
                <a:gd name="f101" fmla="val 1861417"/>
                <a:gd name="f102" fmla="val 9257332"/>
                <a:gd name="f103" fmla="val 1894920"/>
                <a:gd name="f104" fmla="val 9283778"/>
                <a:gd name="f105" fmla="val 1945436"/>
                <a:gd name="f106" fmla="val 9309428"/>
                <a:gd name="f107" fmla="val 1996193"/>
                <a:gd name="f108" fmla="val 9343280"/>
                <a:gd name="f109" fmla="val 2064013"/>
                <a:gd name="f110" fmla="val 9375491"/>
                <a:gd name="f111" fmla="val 2132695"/>
                <a:gd name="f112" fmla="val 9405714"/>
                <a:gd name="f113" fmla="val 2202191"/>
                <a:gd name="f114" fmla="val 9466260"/>
                <a:gd name="f115" fmla="val 2341183"/>
                <a:gd name="f116" fmla="val 9520493"/>
                <a:gd name="f117" fmla="val 2483053"/>
                <a:gd name="f118" fmla="val 9566524"/>
                <a:gd name="f119" fmla="val 2627653"/>
                <a:gd name="f120" fmla="val 9572289"/>
                <a:gd name="f121" fmla="val 2645675"/>
                <a:gd name="f122" fmla="val 9578056"/>
                <a:gd name="f123" fmla="val 2663792"/>
                <a:gd name="f124" fmla="val 9583573"/>
                <a:gd name="f125" fmla="val 2682195"/>
                <a:gd name="f126" fmla="val 9591974"/>
                <a:gd name="f127" fmla="val 2709707"/>
                <a:gd name="f128" fmla="val 9600027"/>
                <a:gd name="f129" fmla="val 2737650"/>
                <a:gd name="f130" fmla="val 9610416"/>
                <a:gd name="f131" fmla="val 2774171"/>
                <a:gd name="f132" fmla="val 9620358"/>
                <a:gd name="f133" fmla="val 2810884"/>
                <a:gd name="f134" fmla="val 9629803"/>
                <a:gd name="f135" fmla="val 2847694"/>
                <a:gd name="f136" fmla="val 9648692"/>
                <a:gd name="f137" fmla="val 2921312"/>
                <a:gd name="f138" fmla="val 9665196"/>
                <a:gd name="f139" fmla="val 2995506"/>
                <a:gd name="f140" fmla="val 9679909"/>
                <a:gd name="f141" fmla="val 3070131"/>
                <a:gd name="f142" fmla="val 9683587"/>
                <a:gd name="f143" fmla="val 3088775"/>
                <a:gd name="f144" fmla="val 9687118"/>
                <a:gd name="f145" fmla="val 3107418"/>
                <a:gd name="f146" fmla="val 9690498"/>
                <a:gd name="f147" fmla="val 3126159"/>
                <a:gd name="f148" fmla="val 9700390"/>
                <a:gd name="f149" fmla="val 3181805"/>
                <a:gd name="f150" fmla="val 9703670"/>
                <a:gd name="f151" fmla="val 3201120"/>
                <a:gd name="f152" fmla="val 9706952"/>
                <a:gd name="f153" fmla="val 3222112"/>
                <a:gd name="f154" fmla="val 9709685"/>
                <a:gd name="f155" fmla="val 3243392"/>
                <a:gd name="f156" fmla="val 9713016"/>
                <a:gd name="f157" fmla="val 3267597"/>
                <a:gd name="f158" fmla="val 9716844"/>
                <a:gd name="f159" fmla="val 3294437"/>
                <a:gd name="f160" fmla="val 9718186"/>
                <a:gd name="f161" fmla="val 3303926"/>
                <a:gd name="f162" fmla="val 9719527"/>
                <a:gd name="f163" fmla="val 3313895"/>
                <a:gd name="f164" fmla="val 9720820"/>
                <a:gd name="f165" fmla="val 3324488"/>
                <a:gd name="f166" fmla="val 9722709"/>
                <a:gd name="f167" fmla="val 3340737"/>
                <a:gd name="f168" fmla="val 9724301"/>
                <a:gd name="f169" fmla="val 3356361"/>
                <a:gd name="f170" fmla="val 9730166"/>
                <a:gd name="f171" fmla="val 3412197"/>
                <a:gd name="f172" fmla="val 9732005"/>
                <a:gd name="f173" fmla="val 3430842"/>
                <a:gd name="f174" fmla="val 9734291"/>
                <a:gd name="f175" fmla="val 3449342"/>
                <a:gd name="f176" fmla="val 9735783"/>
                <a:gd name="f177" fmla="val 3468083"/>
                <a:gd name="f178" fmla="val 9739760"/>
                <a:gd name="f179" fmla="val 3524399"/>
                <a:gd name="f180" fmla="val 9741748"/>
                <a:gd name="f181" fmla="val 3552580"/>
                <a:gd name="f182" fmla="val 9742742"/>
                <a:gd name="f183" fmla="val 3566672"/>
                <a:gd name="f184" fmla="val 9743488"/>
                <a:gd name="f185" fmla="val 3581865"/>
                <a:gd name="f186" fmla="val 9744731"/>
                <a:gd name="f187" fmla="val 3611341"/>
                <a:gd name="f188" fmla="val 9745725"/>
                <a:gd name="f189" fmla="val 3639715"/>
                <a:gd name="f190" fmla="val 9746868"/>
                <a:gd name="f191" fmla="val 3677579"/>
                <a:gd name="f192" fmla="val 9747514"/>
                <a:gd name="f193" fmla="val 3715587"/>
                <a:gd name="f194" fmla="val 9747613"/>
                <a:gd name="f195" fmla="val 3753786"/>
                <a:gd name="f196" fmla="val 9747763"/>
                <a:gd name="f197" fmla="val 3830232"/>
                <a:gd name="f198" fmla="val 9745675"/>
                <a:gd name="f199" fmla="val 3906870"/>
                <a:gd name="f200" fmla="val 9740405"/>
                <a:gd name="f201" fmla="val 3984609"/>
                <a:gd name="f202" fmla="val 9736329"/>
                <a:gd name="f203" fmla="val 4038434"/>
                <a:gd name="f204" fmla="val 9735087"/>
                <a:gd name="f205" fmla="val 4055976"/>
                <a:gd name="f206" fmla="val 9733794"/>
                <a:gd name="f207" fmla="val 4076346"/>
                <a:gd name="f208" fmla="val 9731408"/>
                <a:gd name="f209" fmla="val 4099446"/>
                <a:gd name="f210" fmla="val 9717987"/>
                <a:gd name="f211" fmla="val 4213325"/>
                <a:gd name="f212" fmla="val 9717441"/>
                <a:gd name="f213" fmla="val 4217926"/>
                <a:gd name="f214" fmla="val 9716943"/>
                <a:gd name="f215" fmla="val 4222527"/>
                <a:gd name="f216" fmla="val 9716297"/>
                <a:gd name="f217" fmla="val 4227129"/>
                <a:gd name="f218" fmla="val 9714110"/>
                <a:gd name="f219" fmla="val 4240981"/>
                <a:gd name="f220" fmla="val 9709785"/>
                <a:gd name="f221" fmla="val 4268731"/>
                <a:gd name="f222" fmla="val 9701086"/>
                <a:gd name="f223" fmla="val 4324185"/>
                <a:gd name="f224" fmla="val 9698699"/>
                <a:gd name="f225" fmla="val 4338994"/>
                <a:gd name="f226" fmla="val 9695966"/>
                <a:gd name="f227" fmla="val 4355050"/>
                <a:gd name="f228" fmla="val 9694077"/>
                <a:gd name="f229" fmla="val 4365547"/>
                <a:gd name="f230" fmla="val 9692188"/>
                <a:gd name="f231" fmla="val 4375516"/>
                <a:gd name="f232" fmla="val 9690299"/>
                <a:gd name="f233" fmla="val 4385054"/>
                <a:gd name="f234" fmla="val 4437919"/>
                <a:gd name="f235" fmla="val 9677871"/>
                <a:gd name="f236" fmla="val 4448320"/>
                <a:gd name="f237" fmla="val 9675735"/>
                <a:gd name="f238" fmla="val 4458097"/>
                <a:gd name="f239" fmla="val 9673647"/>
                <a:gd name="f240" fmla="val 4468162"/>
                <a:gd name="f241" fmla="val 9667532"/>
                <a:gd name="f242" fmla="val 4496296"/>
                <a:gd name="f243" fmla="val 9663406"/>
                <a:gd name="f244" fmla="val 4514941"/>
                <a:gd name="f245" fmla="val 9659081"/>
                <a:gd name="f246" fmla="val 4533585"/>
                <a:gd name="f247" fmla="val 9654658"/>
                <a:gd name="f248" fmla="val 4552277"/>
                <a:gd name="f249" fmla="val 9645760"/>
                <a:gd name="f250" fmla="val 4589613"/>
                <a:gd name="f251" fmla="val 9636265"/>
                <a:gd name="f252" fmla="val 4627045"/>
                <a:gd name="f253" fmla="val 9625876"/>
                <a:gd name="f254" fmla="val 4664478"/>
                <a:gd name="f255" fmla="val 9605048"/>
                <a:gd name="f256" fmla="val 4739247"/>
                <a:gd name="f257" fmla="val 9581088"/>
                <a:gd name="f258" fmla="val 4814303"/>
                <a:gd name="f259" fmla="val 9552803"/>
                <a:gd name="f260" fmla="val 4888737"/>
                <a:gd name="f261" fmla="val 9524668"/>
                <a:gd name="f262" fmla="val 4962930"/>
                <a:gd name="f263" fmla="val 9492109"/>
                <a:gd name="f264" fmla="val 5037459"/>
                <a:gd name="f265" fmla="val 9452639"/>
                <a:gd name="f266" fmla="val 5110934"/>
                <a:gd name="f267" fmla="val 9432905"/>
                <a:gd name="f268" fmla="val 5147695"/>
                <a:gd name="f269" fmla="val 9411431"/>
                <a:gd name="f270" fmla="val 5184169"/>
                <a:gd name="f271" fmla="val 9388017"/>
                <a:gd name="f272" fmla="val 5220020"/>
                <a:gd name="f273" fmla="val 9382201"/>
                <a:gd name="f274" fmla="val 5228982"/>
                <a:gd name="f275" fmla="val 9376236"/>
                <a:gd name="f276" fmla="val 5237945"/>
                <a:gd name="f277" fmla="val 9370073"/>
                <a:gd name="f278" fmla="val 5246811"/>
                <a:gd name="f279" fmla="val 9360926"/>
                <a:gd name="f280" fmla="val 5260040"/>
                <a:gd name="f281" fmla="val 9351829"/>
                <a:gd name="f282" fmla="val 5272646"/>
                <a:gd name="f283" fmla="val 9339700"/>
                <a:gd name="f284" fmla="val 5289468"/>
                <a:gd name="f285" fmla="val 9327174"/>
                <a:gd name="f286" fmla="val 5306387"/>
                <a:gd name="f287" fmla="val 9313305"/>
                <a:gd name="f288" fmla="val 5323881"/>
                <a:gd name="f289" fmla="val 9258625"/>
                <a:gd name="f290" fmla="val 5393042"/>
                <a:gd name="f291" fmla="val 9196489"/>
                <a:gd name="f292" fmla="val 5455445"/>
                <a:gd name="f293" fmla="val 9130375"/>
                <a:gd name="f294" fmla="val 5510802"/>
                <a:gd name="f295" fmla="val 9097319"/>
                <a:gd name="f296" fmla="val 5538505"/>
                <a:gd name="f297" fmla="val 9063268"/>
                <a:gd name="f298" fmla="val 5564530"/>
                <a:gd name="f299" fmla="val 9028422"/>
                <a:gd name="f300" fmla="val 5588878"/>
                <a:gd name="f301" fmla="val 9019723"/>
                <a:gd name="f302" fmla="val 5595109"/>
                <a:gd name="f303" fmla="val 9011074"/>
                <a:gd name="f304" fmla="val 5600909"/>
                <a:gd name="f305" fmla="val 9002424"/>
                <a:gd name="f306" fmla="val 5606707"/>
                <a:gd name="f307" fmla="val 8993774"/>
                <a:gd name="f308" fmla="val 5612603"/>
                <a:gd name="f309" fmla="val 8985124"/>
                <a:gd name="f310" fmla="val 5618211"/>
                <a:gd name="f311" fmla="val 8976525"/>
                <a:gd name="f312" fmla="val 5623866"/>
                <a:gd name="f313" fmla="val 8959277"/>
                <a:gd name="f314" fmla="val 5635130"/>
                <a:gd name="f315" fmla="val 8941629"/>
                <a:gd name="f316" fmla="val 5646201"/>
                <a:gd name="f317" fmla="val 8924181"/>
                <a:gd name="f318" fmla="val 5656793"/>
                <a:gd name="f319" fmla="val 8854291"/>
                <a:gd name="f320" fmla="val 5699259"/>
                <a:gd name="f321" fmla="val 8784946"/>
                <a:gd name="f322" fmla="val 5736451"/>
                <a:gd name="f323" fmla="val 8717291"/>
                <a:gd name="f324" fmla="val 5771582"/>
                <a:gd name="f325" fmla="val 8617129"/>
                <a:gd name="f326" fmla="val 5823105"/>
                <a:gd name="f327" fmla="val 8518207"/>
                <a:gd name="f328" fmla="val 5873671"/>
                <a:gd name="f329" fmla="val 8391200"/>
                <a:gd name="f330" fmla="val 5939188"/>
                <a:gd name="f331" fmla="val 8267922"/>
                <a:gd name="f332" fmla="val 6009788"/>
                <a:gd name="f333" fmla="val 8150558"/>
                <a:gd name="f334" fmla="val 6086761"/>
                <a:gd name="f335" fmla="val 8091901"/>
                <a:gd name="f336" fmla="val 6125248"/>
                <a:gd name="f337" fmla="val 8034736"/>
                <a:gd name="f338" fmla="val 6165317"/>
                <a:gd name="f339" fmla="val 7979410"/>
                <a:gd name="f340" fmla="val 6207158"/>
                <a:gd name="f341" fmla="val 7965739"/>
                <a:gd name="f342" fmla="val 6217750"/>
                <a:gd name="f343" fmla="val 7951771"/>
                <a:gd name="f344" fmla="val 6228103"/>
                <a:gd name="f345" fmla="val 7938300"/>
                <a:gd name="f346" fmla="val 6238887"/>
                <a:gd name="f347" fmla="val 7897936"/>
                <a:gd name="f348" fmla="val 6271286"/>
                <a:gd name="f349" fmla="val 7858367"/>
                <a:gd name="f350" fmla="val 6304357"/>
                <a:gd name="f351" fmla="val 7819048"/>
                <a:gd name="f352" fmla="val 6338770"/>
                <a:gd name="f353" fmla="val 7804882"/>
                <a:gd name="f354" fmla="val 6351232"/>
                <a:gd name="f355" fmla="val 7792105"/>
                <a:gd name="f356" fmla="val 6362591"/>
                <a:gd name="f357" fmla="val 7778882"/>
                <a:gd name="f358" fmla="val 6374477"/>
                <a:gd name="f359" fmla="val 7739563"/>
                <a:gd name="f360" fmla="val 6410328"/>
                <a:gd name="f361" fmla="val 7713366"/>
                <a:gd name="f362" fmla="val 6434485"/>
                <a:gd name="f363" fmla="val 7687168"/>
                <a:gd name="f364" fmla="val 6459120"/>
                <a:gd name="f365" fmla="val 7660824"/>
                <a:gd name="f366" fmla="val 6484138"/>
                <a:gd name="f367" fmla="val 7502302"/>
                <a:gd name="f368" fmla="val 6636360"/>
                <a:gd name="f369" fmla="val 7273394"/>
                <a:gd name="f370" fmla="val 6780690"/>
                <a:gd name="f371" fmla="val 6854939"/>
                <a:gd name="f372" fmla="val 6783597"/>
                <a:gd name="f373" fmla="val 6880688"/>
                <a:gd name="f374" fmla="val 6757810"/>
                <a:gd name="f375" fmla="val 6906338"/>
                <a:gd name="f376" fmla="val 6732265"/>
                <a:gd name="f377" fmla="val 6932087"/>
                <a:gd name="f378" fmla="val 6705809"/>
                <a:gd name="f379" fmla="val 7241130"/>
                <a:gd name="f380" fmla="val 6390965"/>
                <a:gd name="f381" fmla="val 7397564"/>
                <a:gd name="f382" fmla="val 6233087"/>
                <a:gd name="f383" fmla="val 7424009"/>
                <a:gd name="f384" fmla="val 6206679"/>
                <a:gd name="f385" fmla="val 7450802"/>
                <a:gd name="f386" fmla="val 6180175"/>
                <a:gd name="f387" fmla="val 7478142"/>
                <a:gd name="f388" fmla="val 6153670"/>
                <a:gd name="f389" fmla="val 7519600"/>
                <a:gd name="f390" fmla="val 6113937"/>
                <a:gd name="f391" fmla="val 7533469"/>
                <a:gd name="f392" fmla="val 6100805"/>
                <a:gd name="f393" fmla="val 7547934"/>
                <a:gd name="f394" fmla="val 6087288"/>
                <a:gd name="f395" fmla="val 7561207"/>
                <a:gd name="f396" fmla="val 6075067"/>
                <a:gd name="f397" fmla="val 7604204"/>
                <a:gd name="f398" fmla="val 6035526"/>
                <a:gd name="f399" fmla="val 7648644"/>
                <a:gd name="f400" fmla="val 5996416"/>
                <a:gd name="f401" fmla="val 7663608"/>
                <a:gd name="f402" fmla="val 5983570"/>
                <a:gd name="f403" fmla="val 7678768"/>
                <a:gd name="f404" fmla="val 5971013"/>
                <a:gd name="f405" fmla="val 7693830"/>
                <a:gd name="f406" fmla="val 5958264"/>
                <a:gd name="f407" fmla="val 7708942"/>
                <a:gd name="f408" fmla="val 5945611"/>
                <a:gd name="f409" fmla="val 7724352"/>
                <a:gd name="f410" fmla="val 5933485"/>
                <a:gd name="f411" fmla="val 7739662"/>
                <a:gd name="f412" fmla="val 5921073"/>
                <a:gd name="f413" fmla="val 7801154"/>
                <a:gd name="f414" fmla="val 5872088"/>
                <a:gd name="f415" fmla="val 7864234"/>
                <a:gd name="f416" fmla="val 5825502"/>
                <a:gd name="f417" fmla="val 7928458"/>
                <a:gd name="f418" fmla="val 5781025"/>
                <a:gd name="f419" fmla="val 8057005"/>
                <a:gd name="f420" fmla="val 5692164"/>
                <a:gd name="f421" fmla="val 8190077"/>
                <a:gd name="f422" fmla="val 5611500"/>
                <a:gd name="f423" fmla="val 8325882"/>
                <a:gd name="f424" fmla="val 5537450"/>
                <a:gd name="f425" fmla="val 8424555"/>
                <a:gd name="f426" fmla="val 5484106"/>
                <a:gd name="f427" fmla="val 8521737"/>
                <a:gd name="f428" fmla="val 5431289"/>
                <a:gd name="f429" fmla="val 8585315"/>
                <a:gd name="f430" fmla="val 5396349"/>
                <a:gd name="f431" fmla="val 8646456"/>
                <a:gd name="f432" fmla="val 5361840"/>
                <a:gd name="f433" fmla="val 8702677"/>
                <a:gd name="f434" fmla="val 5325942"/>
                <a:gd name="f435" fmla="val 8716795"/>
                <a:gd name="f436" fmla="val 5316931"/>
                <a:gd name="f437" fmla="val 8730365"/>
                <a:gd name="f438" fmla="val 5308017"/>
                <a:gd name="f439" fmla="val 8743986"/>
                <a:gd name="f440" fmla="val 5298717"/>
                <a:gd name="f441" fmla="val 8750747"/>
                <a:gd name="f442" fmla="val 5294069"/>
                <a:gd name="f443" fmla="val 8757606"/>
                <a:gd name="f444" fmla="val 5289420"/>
                <a:gd name="f445" fmla="val 8764167"/>
                <a:gd name="f446" fmla="val 5284723"/>
                <a:gd name="f447" fmla="val 8770778"/>
                <a:gd name="f448" fmla="val 5280074"/>
                <a:gd name="f449" fmla="val 8777440"/>
                <a:gd name="f450" fmla="val 5275377"/>
                <a:gd name="f451" fmla="val 8783704"/>
                <a:gd name="f452" fmla="val 5270679"/>
                <a:gd name="f453" fmla="val 8809155"/>
                <a:gd name="f454" fmla="val 5251987"/>
                <a:gd name="f455" fmla="val 8833611"/>
                <a:gd name="f456" fmla="val 5232577"/>
                <a:gd name="f457" fmla="val 8856776"/>
                <a:gd name="f458" fmla="val 5212399"/>
                <a:gd name="f459" fmla="val 8903104"/>
                <a:gd name="f460" fmla="val 5172043"/>
                <a:gd name="f461" fmla="val 8944463"/>
                <a:gd name="f462" fmla="val 5128668"/>
                <a:gd name="f463" fmla="val 8979856"/>
                <a:gd name="f464" fmla="val 5082081"/>
                <a:gd name="f465" fmla="val 8988555"/>
                <a:gd name="f466" fmla="val 5070722"/>
                <a:gd name="f467" fmla="val 8997602"/>
                <a:gd name="f468" fmla="val 5057973"/>
                <a:gd name="f469" fmla="val 9006699"/>
                <a:gd name="f470" fmla="val 5044984"/>
                <a:gd name="f471" fmla="val 9013509"/>
                <a:gd name="f472" fmla="val 5035254"/>
                <a:gd name="f473" fmla="val 9019773"/>
                <a:gd name="f474" fmla="val 5025812"/>
                <a:gd name="f475" fmla="val 9023997"/>
                <a:gd name="f476" fmla="val 5019629"/>
                <a:gd name="f477" fmla="val 9028073"/>
                <a:gd name="f478" fmla="val 5013254"/>
                <a:gd name="f479" fmla="val 9032050"/>
                <a:gd name="f480" fmla="val 5006833"/>
                <a:gd name="f481" fmla="val 9048206"/>
                <a:gd name="f482" fmla="val 4981238"/>
                <a:gd name="f483" fmla="val 9063417"/>
                <a:gd name="f484" fmla="val 4954542"/>
                <a:gd name="f485" fmla="val 9077733"/>
                <a:gd name="f486" fmla="val 4926839"/>
                <a:gd name="f487" fmla="val 9106415"/>
                <a:gd name="f488" fmla="val 4871434"/>
                <a:gd name="f489" fmla="val 9131469"/>
                <a:gd name="f490" fmla="val 4812050"/>
                <a:gd name="f491" fmla="val 9154285"/>
                <a:gd name="f492" fmla="val 4750223"/>
                <a:gd name="f493" fmla="val 9176904"/>
                <a:gd name="f494" fmla="val 4688586"/>
                <a:gd name="f495" fmla="val 9196537"/>
                <a:gd name="f496" fmla="val 4625032"/>
                <a:gd name="f497" fmla="val 9213936"/>
                <a:gd name="f498" fmla="val 4559945"/>
                <a:gd name="f499" fmla="val 9222635"/>
                <a:gd name="f500" fmla="val 4527402"/>
                <a:gd name="f501" fmla="val 9230887"/>
                <a:gd name="f502" fmla="val 4494523"/>
                <a:gd name="f503" fmla="val 9238592"/>
                <a:gd name="f504" fmla="val 4461357"/>
                <a:gd name="f505" fmla="val 9242419"/>
                <a:gd name="f506" fmla="val 4444773"/>
                <a:gd name="f507" fmla="val 9246147"/>
                <a:gd name="f508" fmla="val 4428094"/>
                <a:gd name="f509" fmla="val 9249776"/>
                <a:gd name="f510" fmla="val 4411319"/>
                <a:gd name="f511" fmla="val 9255046"/>
                <a:gd name="f512" fmla="val 4386299"/>
                <a:gd name="f513" fmla="val 9259718"/>
                <a:gd name="f514" fmla="val 4363342"/>
                <a:gd name="f515" fmla="val 9269959"/>
                <a:gd name="f516" fmla="val 4309566"/>
                <a:gd name="f517" fmla="val 9274233"/>
                <a:gd name="f518" fmla="val 4286176"/>
                <a:gd name="f519" fmla="val 9276022"/>
                <a:gd name="f520" fmla="val 4275489"/>
                <a:gd name="f521" fmla="val 9277861"/>
                <a:gd name="f522" fmla="val 4263506"/>
                <a:gd name="f523" fmla="val 9286014"/>
                <a:gd name="f524" fmla="val 4211696"/>
                <a:gd name="f525" fmla="val 9290092"/>
                <a:gd name="f526" fmla="val 4185767"/>
                <a:gd name="f527" fmla="val 9292128"/>
                <a:gd name="f528" fmla="val 4172826"/>
                <a:gd name="f529" fmla="val 9292774"/>
                <a:gd name="f530" fmla="val 4168464"/>
                <a:gd name="f531" fmla="val 9293173"/>
                <a:gd name="f532" fmla="val 4164055"/>
                <a:gd name="f533" fmla="val 9293720"/>
                <a:gd name="f534" fmla="val 4159693"/>
                <a:gd name="f535" fmla="val 9305650"/>
                <a:gd name="f536" fmla="val 4057941"/>
                <a:gd name="f537" fmla="val 9306991"/>
                <a:gd name="f538" fmla="val 4045048"/>
                <a:gd name="f539" fmla="val 9308085"/>
                <a:gd name="f540" fmla="val 4029328"/>
                <a:gd name="f541" fmla="val 9309378"/>
                <a:gd name="f542" fmla="val 4010779"/>
                <a:gd name="f543" fmla="val 9313454"/>
                <a:gd name="f544" fmla="val 3956428"/>
                <a:gd name="f545" fmla="val 9318326"/>
                <a:gd name="f546" fmla="val 3889806"/>
                <a:gd name="f547" fmla="val 9320611"/>
                <a:gd name="f548" fmla="val 3821796"/>
                <a:gd name="f549" fmla="val 9320811"/>
                <a:gd name="f550" fmla="val 3753546"/>
                <a:gd name="f551" fmla="val 9320910"/>
                <a:gd name="f552" fmla="val 3719373"/>
                <a:gd name="f553" fmla="val 9320513"/>
                <a:gd name="f554" fmla="val 3685056"/>
                <a:gd name="f555" fmla="val 9319617"/>
                <a:gd name="f556" fmla="val 3650643"/>
                <a:gd name="f557" fmla="val 9318176"/>
                <a:gd name="f558" fmla="val 3600030"/>
                <a:gd name="f559" fmla="val 9317778"/>
                <a:gd name="f560" fmla="val 3588096"/>
                <a:gd name="f561" fmla="val 9316983"/>
                <a:gd name="f562" fmla="val 3575107"/>
                <a:gd name="f563" fmla="val 9315443"/>
                <a:gd name="f564" fmla="val 3549130"/>
                <a:gd name="f565" fmla="val 9312311"/>
                <a:gd name="f566" fmla="val 3497176"/>
                <a:gd name="f567" fmla="val 9311118"/>
                <a:gd name="f568" fmla="val 3479825"/>
                <a:gd name="f569" fmla="val 9309129"/>
                <a:gd name="f570" fmla="val 3462427"/>
                <a:gd name="f571" fmla="val 9307587"/>
                <a:gd name="f572" fmla="val 3445029"/>
                <a:gd name="f573" fmla="val 9302618"/>
                <a:gd name="f574" fmla="val 3392835"/>
                <a:gd name="f575" fmla="val 9301574"/>
                <a:gd name="f576" fmla="val 3381476"/>
                <a:gd name="f577" fmla="val 9300430"/>
                <a:gd name="f578" fmla="val 3370740"/>
                <a:gd name="f579" fmla="val 9297547"/>
                <a:gd name="f580" fmla="val 3346966"/>
                <a:gd name="f581" fmla="val 9294017"/>
                <a:gd name="f582" fmla="val 3320030"/>
                <a:gd name="f583" fmla="val 9290439"/>
                <a:gd name="f584" fmla="val 3290410"/>
                <a:gd name="f585" fmla="val 9288849"/>
                <a:gd name="f586" fmla="val 3275745"/>
                <a:gd name="f587" fmla="val 9286761"/>
                <a:gd name="f588" fmla="val 3260934"/>
                <a:gd name="f589" fmla="val 9284275"/>
                <a:gd name="f590" fmla="val 3244544"/>
                <a:gd name="f591" fmla="val 9275974"/>
                <a:gd name="f592" fmla="val 3193116"/>
                <a:gd name="f593" fmla="val 9273189"/>
                <a:gd name="f594" fmla="val 3176197"/>
                <a:gd name="f595" fmla="val 9270256"/>
                <a:gd name="f596" fmla="val 3159230"/>
                <a:gd name="f597" fmla="val 9267224"/>
                <a:gd name="f598" fmla="val 3142264"/>
                <a:gd name="f599" fmla="val 9255146"/>
                <a:gd name="f600" fmla="val 3074493"/>
                <a:gd name="f601" fmla="val 9240929"/>
                <a:gd name="f602" fmla="val 3007057"/>
                <a:gd name="f603" fmla="val 9225320"/>
                <a:gd name="f604" fmla="val 2939909"/>
                <a:gd name="f605" fmla="val 9217465"/>
                <a:gd name="f606" fmla="val 2906311"/>
                <a:gd name="f607" fmla="val 9209214"/>
                <a:gd name="f608" fmla="val 2872809"/>
                <a:gd name="f609" fmla="val 9200466"/>
                <a:gd name="f610" fmla="val 2839449"/>
                <a:gd name="f611" fmla="val 9193953"/>
                <a:gd name="f612" fmla="val 2814958"/>
                <a:gd name="f613" fmla="val 9186993"/>
                <a:gd name="f614" fmla="val 2790276"/>
                <a:gd name="f615" fmla="val 9182471"/>
                <a:gd name="f616" fmla="val 2773836"/>
                <a:gd name="f617" fmla="val 9177599"/>
                <a:gd name="f618" fmla="val 2757252"/>
                <a:gd name="f619" fmla="val 9172628"/>
                <a:gd name="f620" fmla="val 2740621"/>
                <a:gd name="f621" fmla="val 9133110"/>
                <a:gd name="f622" fmla="val 2607859"/>
                <a:gd name="f623" fmla="val 9087527"/>
                <a:gd name="f624" fmla="val 2476533"/>
                <a:gd name="f625" fmla="val 9035082"/>
                <a:gd name="f626" fmla="val 2347463"/>
                <a:gd name="f627" fmla="val 9008836"/>
                <a:gd name="f628" fmla="val 2282951"/>
                <a:gd name="f629" fmla="val 8981298"/>
                <a:gd name="f630" fmla="val 2218870"/>
                <a:gd name="f631" fmla="val 8952118"/>
                <a:gd name="f632" fmla="val 2155413"/>
                <a:gd name="f633" fmla="val 8929948"/>
                <a:gd name="f634" fmla="val 2107915"/>
                <a:gd name="f635" fmla="val 8907429"/>
                <a:gd name="f636" fmla="val 2060753"/>
                <a:gd name="f637" fmla="val 8892170"/>
                <a:gd name="f638" fmla="val 2029408"/>
                <a:gd name="f639" fmla="val 8876411"/>
                <a:gd name="f640" fmla="val 1997726"/>
                <a:gd name="f641" fmla="val 8860404"/>
                <a:gd name="f642" fmla="val 1966478"/>
                <a:gd name="f643" fmla="val 8828243"/>
                <a:gd name="f644" fmla="val 1903931"/>
                <a:gd name="f645" fmla="val 8795336"/>
                <a:gd name="f646" fmla="val 1841670"/>
                <a:gd name="f647" fmla="val 8760788"/>
                <a:gd name="f648" fmla="val 1780274"/>
                <a:gd name="f649" fmla="val 8734740"/>
                <a:gd name="f650" fmla="val 1734311"/>
                <a:gd name="f651" fmla="val 8708046"/>
                <a:gd name="f652" fmla="val 1687963"/>
                <a:gd name="f653" fmla="val 8690300"/>
                <a:gd name="f654" fmla="val 1657337"/>
                <a:gd name="f655" fmla="val 8672455"/>
                <a:gd name="f656" fmla="val 1627334"/>
                <a:gd name="f657" fmla="val 8654062"/>
                <a:gd name="f658" fmla="val 1597234"/>
                <a:gd name="f659" fmla="val 8617575"/>
                <a:gd name="f660" fmla="val 1536988"/>
                <a:gd name="f661" fmla="val 8579398"/>
                <a:gd name="f662" fmla="val 1477365"/>
                <a:gd name="f663" fmla="val 8540278"/>
                <a:gd name="f664" fmla="val 1418077"/>
                <a:gd name="f665" fmla="val 8510701"/>
                <a:gd name="f666" fmla="val 1373695"/>
                <a:gd name="f667" fmla="val 8480676"/>
                <a:gd name="f668" fmla="val 1329457"/>
                <a:gd name="f669" fmla="val 8460643"/>
                <a:gd name="f670" fmla="val 1300269"/>
                <a:gd name="f671" fmla="val 8440411"/>
                <a:gd name="f672" fmla="val 1271224"/>
                <a:gd name="f673" fmla="val 8419782"/>
                <a:gd name="f674" fmla="val 1242275"/>
                <a:gd name="f675" fmla="val 8378476"/>
                <a:gd name="f676" fmla="val 1184425"/>
                <a:gd name="f677" fmla="val 8335923"/>
                <a:gd name="f678" fmla="val 1127006"/>
                <a:gd name="f679" fmla="val 8292478"/>
                <a:gd name="f680" fmla="val 1069875"/>
                <a:gd name="f681" fmla="val 8259620"/>
                <a:gd name="f682" fmla="val 1027123"/>
                <a:gd name="f683" fmla="val 8243416"/>
                <a:gd name="f684" fmla="val 1006130"/>
                <a:gd name="f685" fmla="val 8227110"/>
                <a:gd name="f686" fmla="val 985473"/>
                <a:gd name="f687" fmla="val 8204890"/>
                <a:gd name="f688" fmla="val 957483"/>
                <a:gd name="f689" fmla="val 8182422"/>
                <a:gd name="f690" fmla="val 929684"/>
                <a:gd name="f691" fmla="val 8159604"/>
                <a:gd name="f692" fmla="val 902029"/>
                <a:gd name="f693" fmla="val 8114170"/>
                <a:gd name="f694" fmla="val 846671"/>
                <a:gd name="f695" fmla="val 8067494"/>
                <a:gd name="f696" fmla="val 792177"/>
                <a:gd name="f697" fmla="val 8020022"/>
                <a:gd name="f698" fmla="val 738209"/>
                <a:gd name="f699" fmla="val 7984182"/>
                <a:gd name="f700" fmla="val 697901"/>
                <a:gd name="f701" fmla="val 7948043"/>
                <a:gd name="f702" fmla="val 657976"/>
                <a:gd name="f703" fmla="val 7923636"/>
                <a:gd name="f704" fmla="val 631328"/>
                <a:gd name="f705" fmla="val 7899079"/>
                <a:gd name="f706" fmla="val 604823"/>
                <a:gd name="f707" fmla="val 7874324"/>
                <a:gd name="f708" fmla="val 578607"/>
                <a:gd name="f709" fmla="val 7824714"/>
                <a:gd name="f710" fmla="val 526221"/>
                <a:gd name="f711" fmla="val 7774608"/>
                <a:gd name="f712" fmla="val 474458"/>
                <a:gd name="f713" fmla="val 7723308"/>
                <a:gd name="f714" fmla="val 424085"/>
                <a:gd name="f715" fmla="val 7672157"/>
                <a:gd name="f716" fmla="val 373808"/>
                <a:gd name="f717" fmla="val 7619168"/>
                <a:gd name="f718" fmla="val 324153"/>
                <a:gd name="f719" fmla="val 7565532"/>
                <a:gd name="f720" fmla="val 275602"/>
                <a:gd name="f721" fmla="val 1832515"/>
                <a:gd name="f722" fmla="val 2158449"/>
                <a:gd name="f723" fmla="val 2108797"/>
                <a:gd name="f724" fmla="val 37845"/>
                <a:gd name="f725" fmla="val 2052253"/>
                <a:gd name="f726" fmla="val 83168"/>
                <a:gd name="f727" fmla="val 1996914"/>
                <a:gd name="f728" fmla="val 129778"/>
                <a:gd name="f729" fmla="val 1942830"/>
                <a:gd name="f730" fmla="val 177587"/>
                <a:gd name="f731" fmla="val 1834563"/>
                <a:gd name="f732" fmla="val 273109"/>
                <a:gd name="f733" fmla="val 1731317"/>
                <a:gd name="f734" fmla="val 373472"/>
                <a:gd name="f735" fmla="val 1633191"/>
                <a:gd name="f736" fmla="val 477909"/>
                <a:gd name="f737" fmla="val 1240290"/>
                <a:gd name="f738" fmla="val 896038"/>
                <a:gd name="f739" fmla="val 927123"/>
                <a:gd name="f740" fmla="val 1375900"/>
                <a:gd name="f741" fmla="val 702686"/>
                <a:gd name="f742" fmla="val 1889935"/>
                <a:gd name="f743" fmla="val 646565"/>
                <a:gd name="f744" fmla="val 2018192"/>
                <a:gd name="f745" fmla="val 596210"/>
                <a:gd name="f746" fmla="val 2149182"/>
                <a:gd name="f747" fmla="val 551769"/>
                <a:gd name="f748" fmla="val 2281416"/>
                <a:gd name="f749" fmla="val 507429"/>
                <a:gd name="f750" fmla="val 2413700"/>
                <a:gd name="f751" fmla="val 469451"/>
                <a:gd name="f752" fmla="val 2547613"/>
                <a:gd name="f753" fmla="val 438383"/>
                <a:gd name="f754" fmla="val 2682772"/>
                <a:gd name="f755" fmla="val 423122"/>
                <a:gd name="f756" fmla="val 2750111"/>
                <a:gd name="f757" fmla="val 409203"/>
                <a:gd name="f758" fmla="val 2818553"/>
                <a:gd name="f759" fmla="val 397124"/>
                <a:gd name="f760" fmla="val 2887044"/>
                <a:gd name="f761" fmla="val 385144"/>
                <a:gd name="f762" fmla="val 2955581"/>
                <a:gd name="f763" fmla="val 374357"/>
                <a:gd name="f764" fmla="val 3024359"/>
                <a:gd name="f765" fmla="val 365658"/>
                <a:gd name="f766" fmla="val 3093424"/>
                <a:gd name="f767" fmla="val 347813"/>
                <a:gd name="f768" fmla="val 3231506"/>
                <a:gd name="f769" fmla="val 336727"/>
                <a:gd name="f770" fmla="val 3370260"/>
                <a:gd name="f771" fmla="val 332105"/>
                <a:gd name="f772" fmla="val 3509828"/>
                <a:gd name="f773" fmla="val 322311"/>
                <a:gd name="f774" fmla="val 3788822"/>
                <a:gd name="f775" fmla="val 339660"/>
                <a:gd name="f776" fmla="val 4068628"/>
                <a:gd name="f777" fmla="val 383653"/>
                <a:gd name="f778" fmla="val 4346327"/>
                <a:gd name="f779" fmla="val 394539"/>
                <a:gd name="f780" fmla="val 4415489"/>
                <a:gd name="f781" fmla="val 407464"/>
                <a:gd name="f782" fmla="val 4484267"/>
                <a:gd name="f783" fmla="val 422327"/>
                <a:gd name="f784" fmla="val 4552900"/>
                <a:gd name="f785" fmla="val 437041"/>
                <a:gd name="f786" fmla="val 4621534"/>
                <a:gd name="f787" fmla="val 453693"/>
                <a:gd name="f788" fmla="val 4689881"/>
                <a:gd name="f789" fmla="val 472184"/>
                <a:gd name="f790" fmla="val 4757939"/>
                <a:gd name="f791" fmla="val 490677"/>
                <a:gd name="f792" fmla="val 4825949"/>
                <a:gd name="f793" fmla="val 511007"/>
                <a:gd name="f794" fmla="val 4893673"/>
                <a:gd name="f795" fmla="val 533078"/>
                <a:gd name="f796" fmla="val 4960916"/>
                <a:gd name="f797" fmla="val 555249"/>
                <a:gd name="f798" fmla="val 5028208"/>
                <a:gd name="f799" fmla="val 578662"/>
                <a:gd name="f800" fmla="val 5095022"/>
                <a:gd name="f801" fmla="val 604710"/>
                <a:gd name="f802" fmla="val 5160875"/>
                <a:gd name="f803" fmla="val 707358"/>
                <a:gd name="f804" fmla="val 5425298"/>
                <a:gd name="f805" fmla="val 838443"/>
                <a:gd name="f806" fmla="val 5680902"/>
                <a:gd name="f807" fmla="val 996766"/>
                <a:gd name="f808" fmla="val 5920640"/>
                <a:gd name="f809" fmla="val 1154790"/>
                <a:gd name="f810" fmla="val 6160571"/>
                <a:gd name="f811" fmla="val 1340404"/>
                <a:gd name="f812" fmla="val 6384350"/>
                <a:gd name="f813" fmla="val 1549183"/>
                <a:gd name="f814" fmla="val 6586417"/>
                <a:gd name="f815" fmla="val 1601365"/>
                <a:gd name="f816" fmla="val 6636982"/>
                <a:gd name="f817" fmla="val 1654970"/>
                <a:gd name="f818" fmla="val 6686208"/>
                <a:gd name="f819" fmla="val 1709890"/>
                <a:gd name="f820" fmla="val 6734063"/>
                <a:gd name="f821" fmla="val 1859761"/>
                <a:gd name="f822" fmla="val 1671798"/>
                <a:gd name="f823" fmla="val 1628044"/>
                <a:gd name="f824" fmla="val 6822717"/>
                <a:gd name="f825" fmla="val 1570828"/>
                <a:gd name="f826" fmla="val 6774460"/>
                <a:gd name="f827" fmla="val 1514710"/>
                <a:gd name="f828" fmla="val 6724955"/>
                <a:gd name="f829" fmla="val 1459756"/>
                <a:gd name="f830" fmla="val 6674223"/>
                <a:gd name="f831" fmla="val 1019931"/>
                <a:gd name="f832" fmla="val 6268363"/>
                <a:gd name="f833" fmla="val 658296"/>
                <a:gd name="f834" fmla="val 5781216"/>
                <a:gd name="f835" fmla="val 402543"/>
                <a:gd name="f836" fmla="val 5241588"/>
                <a:gd name="f837" fmla="val 370231"/>
                <a:gd name="f838" fmla="val 5174103"/>
                <a:gd name="f839" fmla="val 340306"/>
                <a:gd name="f840" fmla="val 5105661"/>
                <a:gd name="f841" fmla="val 311923"/>
                <a:gd name="f842" fmla="val 5036741"/>
                <a:gd name="f843" fmla="val 283539"/>
                <a:gd name="f844" fmla="val 4967771"/>
                <a:gd name="f845" fmla="val 256895"/>
                <a:gd name="f846" fmla="val 4897986"/>
                <a:gd name="f847" fmla="val 232140"/>
                <a:gd name="f848" fmla="val 4827483"/>
                <a:gd name="f849" fmla="val 207334"/>
                <a:gd name="f850" fmla="val 4756981"/>
                <a:gd name="f851" fmla="val 184368"/>
                <a:gd name="f852" fmla="val 4685758"/>
                <a:gd name="f853" fmla="val 163392"/>
                <a:gd name="f854" fmla="val 4613913"/>
                <a:gd name="f855" fmla="val 142514"/>
                <a:gd name="f856" fmla="val 4542020"/>
                <a:gd name="f857" fmla="val 123624"/>
                <a:gd name="f858" fmla="val 4469360"/>
                <a:gd name="f859" fmla="val 106823"/>
                <a:gd name="f860" fmla="val 4396365"/>
                <a:gd name="f861" fmla="val 73120"/>
                <a:gd name="f862" fmla="val 4250902"/>
                <a:gd name="f863" fmla="val 47371"/>
                <a:gd name="f864" fmla="val 4103281"/>
                <a:gd name="f865" fmla="val 29326"/>
                <a:gd name="f866" fmla="val 3954702"/>
                <a:gd name="f867" fmla="val 20478"/>
                <a:gd name="f868" fmla="val 3880365"/>
                <a:gd name="f869" fmla="val 13320"/>
                <a:gd name="f870" fmla="val 3805789"/>
                <a:gd name="f871" fmla="val 8647"/>
                <a:gd name="f872" fmla="val 3730971"/>
                <a:gd name="f873" fmla="val 6311"/>
                <a:gd name="f874" fmla="val 3693587"/>
                <a:gd name="f875" fmla="val 4322"/>
                <a:gd name="f876" fmla="val 3656106"/>
                <a:gd name="f877" fmla="val 2880"/>
                <a:gd name="f878" fmla="val 3618674"/>
                <a:gd name="f879" fmla="val 1539"/>
                <a:gd name="f880" fmla="val 3581146"/>
                <a:gd name="f881" fmla="val 694"/>
                <a:gd name="f882" fmla="val 3543809"/>
                <a:gd name="f883" fmla="val 296"/>
                <a:gd name="f884" fmla="val 3506425"/>
                <a:gd name="f885" fmla="+- 0 0 1543"/>
                <a:gd name="f886" fmla="val 3356649"/>
                <a:gd name="f887" fmla="val 5217"/>
                <a:gd name="f888" fmla="val 3206200"/>
                <a:gd name="f889" fmla="val 20030"/>
                <a:gd name="f890" fmla="val 3056711"/>
                <a:gd name="f891" fmla="val 27686"/>
                <a:gd name="f892" fmla="val 2981942"/>
                <a:gd name="f893" fmla="val 36931"/>
                <a:gd name="f894" fmla="val 2907317"/>
                <a:gd name="f895" fmla="val 48664"/>
                <a:gd name="f896" fmla="val 2832980"/>
                <a:gd name="f897" fmla="val 60395"/>
                <a:gd name="f898" fmla="val 2758642"/>
                <a:gd name="f899" fmla="val 73716"/>
                <a:gd name="f900" fmla="val 2684784"/>
                <a:gd name="f901" fmla="val 89922"/>
                <a:gd name="f902" fmla="val 2610639"/>
                <a:gd name="f903" fmla="val 121736"/>
                <a:gd name="f904" fmla="val 2462826"/>
                <a:gd name="f905" fmla="val 162645"/>
                <a:gd name="f906" fmla="val 2317220"/>
                <a:gd name="f907" fmla="val 211163"/>
                <a:gd name="f908" fmla="val 2174343"/>
                <a:gd name="f909" fmla="val 259778"/>
                <a:gd name="f910" fmla="val 2031468"/>
                <a:gd name="f911" fmla="val 315601"/>
                <a:gd name="f912" fmla="val 1891517"/>
                <a:gd name="f913" fmla="val 379129"/>
                <a:gd name="f914" fmla="val 1754393"/>
                <a:gd name="f915" fmla="val 505540"/>
                <a:gd name="f916" fmla="val 1480433"/>
                <a:gd name="f917" fmla="val 660930"/>
                <a:gd name="f918" fmla="val 1219318"/>
                <a:gd name="f919" fmla="val 841424"/>
                <a:gd name="f920" fmla="val 976270"/>
                <a:gd name="f921" fmla="val 931498"/>
                <a:gd name="f922" fmla="val 854627"/>
                <a:gd name="f923" fmla="val 1028182"/>
                <a:gd name="f924" fmla="val 737777"/>
                <a:gd name="f925" fmla="val 1130234"/>
                <a:gd name="f926" fmla="val 625768"/>
                <a:gd name="f927" fmla="val 1232486"/>
                <a:gd name="f928" fmla="val 513855"/>
                <a:gd name="f929" fmla="val 1340157"/>
                <a:gd name="f930" fmla="val 407117"/>
                <a:gd name="f931" fmla="val 1452897"/>
                <a:gd name="f932" fmla="val 305748"/>
                <a:gd name="f933" fmla="val 1565736"/>
                <a:gd name="f934" fmla="val 204380"/>
                <a:gd name="f935" fmla="val 1683596"/>
                <a:gd name="f936" fmla="val 108665"/>
                <a:gd name="f937" fmla="val 1805682"/>
                <a:gd name="f938" fmla="val 18752"/>
                <a:gd name="f939" fmla="+- 0 0 -90"/>
                <a:gd name="f940" fmla="*/ f3 1 9747620"/>
                <a:gd name="f941" fmla="*/ f4 1 6858000"/>
                <a:gd name="f942" fmla="+- f7 0 f5"/>
                <a:gd name="f943" fmla="+- f6 0 f5"/>
                <a:gd name="f944" fmla="*/ f939 f0 1"/>
                <a:gd name="f945" fmla="*/ f943 1 9747620"/>
                <a:gd name="f946" fmla="*/ f942 1 6858000"/>
                <a:gd name="f947" fmla="*/ 7235453 f943 1"/>
                <a:gd name="f948" fmla="*/ 0 f942 1"/>
                <a:gd name="f949" fmla="*/ 7548130 f943 1"/>
                <a:gd name="f950" fmla="*/ 7710334 f943 1"/>
                <a:gd name="f951" fmla="*/ 111973 f942 1"/>
                <a:gd name="f952" fmla="*/ 7889188 f943 1"/>
                <a:gd name="f953" fmla="*/ 251542 f942 1"/>
                <a:gd name="f954" fmla="*/ 8061828 f943 1"/>
                <a:gd name="f955" fmla="*/ 398586 f942 1"/>
                <a:gd name="f956" fmla="*/ 8145637 f943 1"/>
                <a:gd name="f957" fmla="*/ 474218 f942 1"/>
                <a:gd name="f958" fmla="*/ 8187242 f943 1"/>
                <a:gd name="f959" fmla="*/ 512753 f942 1"/>
                <a:gd name="f960" fmla="*/ 8228402 f943 1"/>
                <a:gd name="f961" fmla="*/ 551575 f942 1"/>
                <a:gd name="f962" fmla="*/ 8389211 f943 1"/>
                <a:gd name="f963" fmla="*/ 710937 f942 1"/>
                <a:gd name="f964" fmla="*/ 8467206 f943 1"/>
                <a:gd name="f965" fmla="*/ 793088 f942 1"/>
                <a:gd name="f966" fmla="*/ 8486791 f943 1"/>
                <a:gd name="f967" fmla="*/ 814223 f942 1"/>
                <a:gd name="f968" fmla="*/ 8505979 f943 1"/>
                <a:gd name="f969" fmla="*/ 835409 f942 1"/>
                <a:gd name="f970" fmla="*/ 8543509 f943 1"/>
                <a:gd name="f971" fmla="*/ 877346 f942 1"/>
                <a:gd name="f972" fmla="*/ 8690549 f943 1"/>
                <a:gd name="f973" fmla="*/ 1048978 f942 1"/>
                <a:gd name="f974" fmla="*/ 8761732 f943 1"/>
                <a:gd name="f975" fmla="*/ 1137502 f942 1"/>
                <a:gd name="f976" fmla="*/ 8796379 f943 1"/>
                <a:gd name="f977" fmla="*/ 1182077 f942 1"/>
                <a:gd name="f978" fmla="*/ 8830678 f943 1"/>
                <a:gd name="f979" fmla="*/ 1226986 f942 1"/>
                <a:gd name="f980" fmla="*/ 8963353 f943 1"/>
                <a:gd name="f981" fmla="*/ 1410936 f942 1"/>
                <a:gd name="f982" fmla="*/ 9026483 f943 1"/>
                <a:gd name="f983" fmla="*/ 1505499 f942 1"/>
                <a:gd name="f984" fmla="*/ 9057004 f943 1"/>
                <a:gd name="f985" fmla="*/ 1552613 f942 1"/>
                <a:gd name="f986" fmla="*/ 9087278 f943 1"/>
                <a:gd name="f987" fmla="*/ 1600542 f942 1"/>
                <a:gd name="f988" fmla="*/ 9202851 f943 1"/>
                <a:gd name="f989" fmla="*/ 1795515 f942 1"/>
                <a:gd name="f990" fmla="*/ 9257332 f943 1"/>
                <a:gd name="f991" fmla="*/ 1894920 f942 1"/>
                <a:gd name="f992" fmla="*/ 9283778 f943 1"/>
                <a:gd name="f993" fmla="*/ 1945436 f942 1"/>
                <a:gd name="f994" fmla="*/ 9309428 f943 1"/>
                <a:gd name="f995" fmla="*/ 1996193 f942 1"/>
                <a:gd name="f996" fmla="*/ 9405714 f943 1"/>
                <a:gd name="f997" fmla="*/ 2202191 f942 1"/>
                <a:gd name="f998" fmla="*/ 9566524 f943 1"/>
                <a:gd name="f999" fmla="*/ 2627653 f942 1"/>
                <a:gd name="f1000" fmla="*/ 9583573 f943 1"/>
                <a:gd name="f1001" fmla="*/ 2682195 f942 1"/>
                <a:gd name="f1002" fmla="*/ 9591974 f943 1"/>
                <a:gd name="f1003" fmla="*/ 2709707 f942 1"/>
                <a:gd name="f1004" fmla="*/ 9600027 f943 1"/>
                <a:gd name="f1005" fmla="*/ 2737650 f942 1"/>
                <a:gd name="f1006" fmla="*/ 9629803 f943 1"/>
                <a:gd name="f1007" fmla="*/ 2847694 f942 1"/>
                <a:gd name="f1008" fmla="*/ 9679909 f943 1"/>
                <a:gd name="f1009" fmla="*/ 3070131 f942 1"/>
                <a:gd name="f1010" fmla="*/ 9690498 f943 1"/>
                <a:gd name="f1011" fmla="*/ 3126159 f942 1"/>
                <a:gd name="f1012" fmla="*/ 9700390 f943 1"/>
                <a:gd name="f1013" fmla="*/ 3181805 f942 1"/>
                <a:gd name="f1014" fmla="*/ 9709685 f943 1"/>
                <a:gd name="f1015" fmla="*/ 3243392 f942 1"/>
                <a:gd name="f1016" fmla="*/ 9713016 f943 1"/>
                <a:gd name="f1017" fmla="*/ 3267597 f942 1"/>
                <a:gd name="f1018" fmla="*/ 9716844 f943 1"/>
                <a:gd name="f1019" fmla="*/ 3294437 f942 1"/>
                <a:gd name="f1020" fmla="*/ 9720820 f943 1"/>
                <a:gd name="f1021" fmla="*/ 3324488 f942 1"/>
                <a:gd name="f1022" fmla="*/ 9722709 f943 1"/>
                <a:gd name="f1023" fmla="*/ 3340737 f942 1"/>
                <a:gd name="f1024" fmla="*/ 9724301 f943 1"/>
                <a:gd name="f1025" fmla="*/ 3356361 f942 1"/>
                <a:gd name="f1026" fmla="*/ 9730166 f943 1"/>
                <a:gd name="f1027" fmla="*/ 3412197 f942 1"/>
                <a:gd name="f1028" fmla="*/ 9735783 f943 1"/>
                <a:gd name="f1029" fmla="*/ 3468083 f942 1"/>
                <a:gd name="f1030" fmla="*/ 9739760 f943 1"/>
                <a:gd name="f1031" fmla="*/ 3524399 f942 1"/>
                <a:gd name="f1032" fmla="*/ 9741748 f943 1"/>
                <a:gd name="f1033" fmla="*/ 3552580 f942 1"/>
                <a:gd name="f1034" fmla="*/ 9742742 f943 1"/>
                <a:gd name="f1035" fmla="*/ 3566672 f942 1"/>
                <a:gd name="f1036" fmla="*/ 9743488 f943 1"/>
                <a:gd name="f1037" fmla="*/ 3581865 f942 1"/>
                <a:gd name="f1038" fmla="*/ 9744731 f943 1"/>
                <a:gd name="f1039" fmla="*/ 3611341 f942 1"/>
                <a:gd name="f1040" fmla="*/ 9745725 f943 1"/>
                <a:gd name="f1041" fmla="*/ 3639715 f942 1"/>
                <a:gd name="f1042" fmla="*/ 9747613 f943 1"/>
                <a:gd name="f1043" fmla="*/ 3753786 f942 1"/>
                <a:gd name="f1044" fmla="*/ 9740405 f943 1"/>
                <a:gd name="f1045" fmla="*/ 3984609 f942 1"/>
                <a:gd name="f1046" fmla="*/ 9736329 f943 1"/>
                <a:gd name="f1047" fmla="*/ 4038434 f942 1"/>
                <a:gd name="f1048" fmla="*/ 9731408 f943 1"/>
                <a:gd name="f1049" fmla="*/ 4099446 f942 1"/>
                <a:gd name="f1050" fmla="*/ 9717987 f943 1"/>
                <a:gd name="f1051" fmla="*/ 4213325 f942 1"/>
                <a:gd name="f1052" fmla="*/ 9716297 f943 1"/>
                <a:gd name="f1053" fmla="*/ 4227129 f942 1"/>
                <a:gd name="f1054" fmla="*/ 9714110 f943 1"/>
                <a:gd name="f1055" fmla="*/ 4240981 f942 1"/>
                <a:gd name="f1056" fmla="*/ 9709785 f943 1"/>
                <a:gd name="f1057" fmla="*/ 4268731 f942 1"/>
                <a:gd name="f1058" fmla="*/ 9701086 f943 1"/>
                <a:gd name="f1059" fmla="*/ 4324185 f942 1"/>
                <a:gd name="f1060" fmla="*/ 9698699 f943 1"/>
                <a:gd name="f1061" fmla="*/ 4338994 f942 1"/>
                <a:gd name="f1062" fmla="*/ 9695966 f943 1"/>
                <a:gd name="f1063" fmla="*/ 4355050 f942 1"/>
                <a:gd name="f1064" fmla="*/ 9690299 f943 1"/>
                <a:gd name="f1065" fmla="*/ 4385054 f942 1"/>
                <a:gd name="f1066" fmla="*/ 4437919 f942 1"/>
                <a:gd name="f1067" fmla="*/ 9673647 f943 1"/>
                <a:gd name="f1068" fmla="*/ 4468162 f942 1"/>
                <a:gd name="f1069" fmla="*/ 9667532 f943 1"/>
                <a:gd name="f1070" fmla="*/ 4496296 f942 1"/>
                <a:gd name="f1071" fmla="*/ 9654658 f943 1"/>
                <a:gd name="f1072" fmla="*/ 4552277 f942 1"/>
                <a:gd name="f1073" fmla="*/ 9625876 f943 1"/>
                <a:gd name="f1074" fmla="*/ 4664478 f942 1"/>
                <a:gd name="f1075" fmla="*/ 9552803 f943 1"/>
                <a:gd name="f1076" fmla="*/ 4888737 f942 1"/>
                <a:gd name="f1077" fmla="*/ 9452639 f943 1"/>
                <a:gd name="f1078" fmla="*/ 5110934 f942 1"/>
                <a:gd name="f1079" fmla="*/ 9388017 f943 1"/>
                <a:gd name="f1080" fmla="*/ 5220020 f942 1"/>
                <a:gd name="f1081" fmla="*/ 9370073 f943 1"/>
                <a:gd name="f1082" fmla="*/ 5246811 f942 1"/>
                <a:gd name="f1083" fmla="*/ 9360926 f943 1"/>
                <a:gd name="f1084" fmla="*/ 5260040 f942 1"/>
                <a:gd name="f1085" fmla="*/ 9351829 f943 1"/>
                <a:gd name="f1086" fmla="*/ 5272646 f942 1"/>
                <a:gd name="f1087" fmla="*/ 9313305 f943 1"/>
                <a:gd name="f1088" fmla="*/ 5323881 f942 1"/>
                <a:gd name="f1089" fmla="*/ 9130375 f943 1"/>
                <a:gd name="f1090" fmla="*/ 5510802 f942 1"/>
                <a:gd name="f1091" fmla="*/ 9028422 f943 1"/>
                <a:gd name="f1092" fmla="*/ 5588878 f942 1"/>
                <a:gd name="f1093" fmla="*/ 9002424 f943 1"/>
                <a:gd name="f1094" fmla="*/ 5606707 f942 1"/>
                <a:gd name="f1095" fmla="*/ 8976525 f943 1"/>
                <a:gd name="f1096" fmla="*/ 5623866 f942 1"/>
                <a:gd name="f1097" fmla="*/ 8924181 f943 1"/>
                <a:gd name="f1098" fmla="*/ 5656793 f942 1"/>
                <a:gd name="f1099" fmla="*/ 8717291 f943 1"/>
                <a:gd name="f1100" fmla="*/ 5771582 f942 1"/>
                <a:gd name="f1101" fmla="*/ 8617129 f943 1"/>
                <a:gd name="f1102" fmla="*/ 5823105 f942 1"/>
                <a:gd name="f1103" fmla="*/ 8518207 f943 1"/>
                <a:gd name="f1104" fmla="*/ 5873671 f942 1"/>
                <a:gd name="f1105" fmla="*/ 8150558 f943 1"/>
                <a:gd name="f1106" fmla="*/ 6086761 f942 1"/>
                <a:gd name="f1107" fmla="*/ 7979410 f943 1"/>
                <a:gd name="f1108" fmla="*/ 6207158 f942 1"/>
                <a:gd name="f1109" fmla="*/ 7938300 f943 1"/>
                <a:gd name="f1110" fmla="*/ 6238887 f942 1"/>
                <a:gd name="f1111" fmla="*/ 7897936 f943 1"/>
                <a:gd name="f1112" fmla="*/ 6271286 f942 1"/>
                <a:gd name="f1113" fmla="*/ 7858367 f943 1"/>
                <a:gd name="f1114" fmla="*/ 6304357 f942 1"/>
                <a:gd name="f1115" fmla="*/ 7819048 f943 1"/>
                <a:gd name="f1116" fmla="*/ 6338770 f942 1"/>
                <a:gd name="f1117" fmla="*/ 7778882 f943 1"/>
                <a:gd name="f1118" fmla="*/ 6374477 f942 1"/>
                <a:gd name="f1119" fmla="*/ 7739563 f943 1"/>
                <a:gd name="f1120" fmla="*/ 6410328 f942 1"/>
                <a:gd name="f1121" fmla="*/ 7660824 f943 1"/>
                <a:gd name="f1122" fmla="*/ 6484138 f942 1"/>
                <a:gd name="f1123" fmla="*/ 7502302 f943 1"/>
                <a:gd name="f1124" fmla="*/ 6636360 f942 1"/>
                <a:gd name="f1125" fmla="*/ 7273394 f943 1"/>
                <a:gd name="f1126" fmla="*/ 6858000 f942 1"/>
                <a:gd name="f1127" fmla="*/ 6780690 f943 1"/>
                <a:gd name="f1128" fmla="*/ 6854939 f943 1"/>
                <a:gd name="f1129" fmla="*/ 6783597 f942 1"/>
                <a:gd name="f1130" fmla="*/ 6932087 f943 1"/>
                <a:gd name="f1131" fmla="*/ 6705809 f942 1"/>
                <a:gd name="f1132" fmla="*/ 7241130 f943 1"/>
                <a:gd name="f1133" fmla="*/ 6390965 f942 1"/>
                <a:gd name="f1134" fmla="*/ 7397564 f943 1"/>
                <a:gd name="f1135" fmla="*/ 6233087 f942 1"/>
                <a:gd name="f1136" fmla="*/ 7478142 f943 1"/>
                <a:gd name="f1137" fmla="*/ 6153670 f942 1"/>
                <a:gd name="f1138" fmla="*/ 7519600 f943 1"/>
                <a:gd name="f1139" fmla="*/ 6113937 f942 1"/>
                <a:gd name="f1140" fmla="*/ 7561207 f943 1"/>
                <a:gd name="f1141" fmla="*/ 6075067 f942 1"/>
                <a:gd name="f1142" fmla="*/ 7604204 f943 1"/>
                <a:gd name="f1143" fmla="*/ 6035526 f942 1"/>
                <a:gd name="f1144" fmla="*/ 7648644 f943 1"/>
                <a:gd name="f1145" fmla="*/ 5996416 f942 1"/>
                <a:gd name="f1146" fmla="*/ 7693830 f943 1"/>
                <a:gd name="f1147" fmla="*/ 5958264 f942 1"/>
                <a:gd name="f1148" fmla="*/ 7739662 f943 1"/>
                <a:gd name="f1149" fmla="*/ 5921073 f942 1"/>
                <a:gd name="f1150" fmla="*/ 7928458 f943 1"/>
                <a:gd name="f1151" fmla="*/ 5781025 f942 1"/>
                <a:gd name="f1152" fmla="*/ 8325882 f943 1"/>
                <a:gd name="f1153" fmla="*/ 5537450 f942 1"/>
                <a:gd name="f1154" fmla="*/ 8424555 f943 1"/>
                <a:gd name="f1155" fmla="*/ 5484106 f942 1"/>
                <a:gd name="f1156" fmla="*/ 8521737 f943 1"/>
                <a:gd name="f1157" fmla="*/ 5431289 f942 1"/>
                <a:gd name="f1158" fmla="*/ 8702677 f943 1"/>
                <a:gd name="f1159" fmla="*/ 5325942 f942 1"/>
                <a:gd name="f1160" fmla="*/ 8743986 f943 1"/>
                <a:gd name="f1161" fmla="*/ 5298717 f942 1"/>
                <a:gd name="f1162" fmla="*/ 8764167 f943 1"/>
                <a:gd name="f1163" fmla="*/ 5284723 f942 1"/>
                <a:gd name="f1164" fmla="*/ 8783704 f943 1"/>
                <a:gd name="f1165" fmla="*/ 5270679 f942 1"/>
                <a:gd name="f1166" fmla="*/ 8856776 f943 1"/>
                <a:gd name="f1167" fmla="*/ 5212399 f942 1"/>
                <a:gd name="f1168" fmla="*/ 8979856 f943 1"/>
                <a:gd name="f1169" fmla="*/ 5082081 f942 1"/>
                <a:gd name="f1170" fmla="*/ 9006699 f943 1"/>
                <a:gd name="f1171" fmla="*/ 5044984 f942 1"/>
                <a:gd name="f1172" fmla="*/ 9013509 f943 1"/>
                <a:gd name="f1173" fmla="*/ 5035254 f942 1"/>
                <a:gd name="f1174" fmla="*/ 9019773 f943 1"/>
                <a:gd name="f1175" fmla="*/ 5025812 f942 1"/>
                <a:gd name="f1176" fmla="*/ 9032050 f943 1"/>
                <a:gd name="f1177" fmla="*/ 5006833 f942 1"/>
                <a:gd name="f1178" fmla="*/ 9077733 f943 1"/>
                <a:gd name="f1179" fmla="*/ 4926839 f942 1"/>
                <a:gd name="f1180" fmla="*/ 9154285 f943 1"/>
                <a:gd name="f1181" fmla="*/ 4750223 f942 1"/>
                <a:gd name="f1182" fmla="*/ 9213936 f943 1"/>
                <a:gd name="f1183" fmla="*/ 4559945 f942 1"/>
                <a:gd name="f1184" fmla="*/ 9238592 f943 1"/>
                <a:gd name="f1185" fmla="*/ 4461357 f942 1"/>
                <a:gd name="f1186" fmla="*/ 9249776 f943 1"/>
                <a:gd name="f1187" fmla="*/ 4411319 f942 1"/>
                <a:gd name="f1188" fmla="*/ 9255046 f943 1"/>
                <a:gd name="f1189" fmla="*/ 4386299 f942 1"/>
                <a:gd name="f1190" fmla="*/ 9259718 f943 1"/>
                <a:gd name="f1191" fmla="*/ 4363342 f942 1"/>
                <a:gd name="f1192" fmla="*/ 9269959 f943 1"/>
                <a:gd name="f1193" fmla="*/ 4309566 f942 1"/>
                <a:gd name="f1194" fmla="*/ 9274233 f943 1"/>
                <a:gd name="f1195" fmla="*/ 4286176 f942 1"/>
                <a:gd name="f1196" fmla="*/ 9276022 f943 1"/>
                <a:gd name="f1197" fmla="*/ 4275489 f942 1"/>
                <a:gd name="f1198" fmla="*/ 9277861 f943 1"/>
                <a:gd name="f1199" fmla="*/ 4263506 f942 1"/>
                <a:gd name="f1200" fmla="*/ 9286014 f943 1"/>
                <a:gd name="f1201" fmla="*/ 4211696 f942 1"/>
                <a:gd name="f1202" fmla="*/ 9290092 f943 1"/>
                <a:gd name="f1203" fmla="*/ 4185767 f942 1"/>
                <a:gd name="f1204" fmla="*/ 9292128 f943 1"/>
                <a:gd name="f1205" fmla="*/ 4172826 f942 1"/>
                <a:gd name="f1206" fmla="*/ 9293720 f943 1"/>
                <a:gd name="f1207" fmla="*/ 4159693 f942 1"/>
                <a:gd name="f1208" fmla="*/ 9305650 f943 1"/>
                <a:gd name="f1209" fmla="*/ 4057941 f942 1"/>
                <a:gd name="f1210" fmla="*/ 9309378 f943 1"/>
                <a:gd name="f1211" fmla="*/ 4010779 f942 1"/>
                <a:gd name="f1212" fmla="*/ 9313454 f943 1"/>
                <a:gd name="f1213" fmla="*/ 3956428 f942 1"/>
                <a:gd name="f1214" fmla="*/ 9320811 f943 1"/>
                <a:gd name="f1215" fmla="*/ 3753546 f942 1"/>
                <a:gd name="f1216" fmla="*/ 9319617 f943 1"/>
                <a:gd name="f1217" fmla="*/ 3650643 f942 1"/>
                <a:gd name="f1218" fmla="*/ 9318176 f943 1"/>
                <a:gd name="f1219" fmla="*/ 3600030 f942 1"/>
                <a:gd name="f1220" fmla="*/ 9317778 f943 1"/>
                <a:gd name="f1221" fmla="*/ 3588096 f942 1"/>
                <a:gd name="f1222" fmla="*/ 9316983 f943 1"/>
                <a:gd name="f1223" fmla="*/ 3575107 f942 1"/>
                <a:gd name="f1224" fmla="*/ 9315443 f943 1"/>
                <a:gd name="f1225" fmla="*/ 3549130 f942 1"/>
                <a:gd name="f1226" fmla="*/ 9312311 f943 1"/>
                <a:gd name="f1227" fmla="*/ 3497176 f942 1"/>
                <a:gd name="f1228" fmla="*/ 9307587 f943 1"/>
                <a:gd name="f1229" fmla="*/ 3445029 f942 1"/>
                <a:gd name="f1230" fmla="*/ 9302618 f943 1"/>
                <a:gd name="f1231" fmla="*/ 3392835 f942 1"/>
                <a:gd name="f1232" fmla="*/ 9301574 f943 1"/>
                <a:gd name="f1233" fmla="*/ 3381476 f942 1"/>
                <a:gd name="f1234" fmla="*/ 9300430 f943 1"/>
                <a:gd name="f1235" fmla="*/ 3370740 f942 1"/>
                <a:gd name="f1236" fmla="*/ 9297547 f943 1"/>
                <a:gd name="f1237" fmla="*/ 3346966 f942 1"/>
                <a:gd name="f1238" fmla="*/ 9294017 f943 1"/>
                <a:gd name="f1239" fmla="*/ 3320030 f942 1"/>
                <a:gd name="f1240" fmla="*/ 9290439 f943 1"/>
                <a:gd name="f1241" fmla="*/ 3290410 f942 1"/>
                <a:gd name="f1242" fmla="*/ 9284275 f943 1"/>
                <a:gd name="f1243" fmla="*/ 3244544 f942 1"/>
                <a:gd name="f1244" fmla="*/ 9275974 f943 1"/>
                <a:gd name="f1245" fmla="*/ 3193116 f942 1"/>
                <a:gd name="f1246" fmla="*/ 9267224 f943 1"/>
                <a:gd name="f1247" fmla="*/ 3142264 f942 1"/>
                <a:gd name="f1248" fmla="*/ 9225320 f943 1"/>
                <a:gd name="f1249" fmla="*/ 2939909 f942 1"/>
                <a:gd name="f1250" fmla="*/ 9200466 f943 1"/>
                <a:gd name="f1251" fmla="*/ 2839449 f942 1"/>
                <a:gd name="f1252" fmla="*/ 9193953 f943 1"/>
                <a:gd name="f1253" fmla="*/ 2814958 f942 1"/>
                <a:gd name="f1254" fmla="*/ 9186993 f943 1"/>
                <a:gd name="f1255" fmla="*/ 2790276 f942 1"/>
                <a:gd name="f1256" fmla="*/ 9172628 f943 1"/>
                <a:gd name="f1257" fmla="*/ 2740621 f942 1"/>
                <a:gd name="f1258" fmla="*/ 9035082 f943 1"/>
                <a:gd name="f1259" fmla="*/ 2347463 f942 1"/>
                <a:gd name="f1260" fmla="*/ 8952118 f943 1"/>
                <a:gd name="f1261" fmla="*/ 2155413 f942 1"/>
                <a:gd name="f1262" fmla="*/ 8929948 f943 1"/>
                <a:gd name="f1263" fmla="*/ 2107915 f942 1"/>
                <a:gd name="f1264" fmla="*/ 8907429 f943 1"/>
                <a:gd name="f1265" fmla="*/ 2060753 f942 1"/>
                <a:gd name="f1266" fmla="*/ 8860404 f943 1"/>
                <a:gd name="f1267" fmla="*/ 1966478 f942 1"/>
                <a:gd name="f1268" fmla="*/ 8760788 f943 1"/>
                <a:gd name="f1269" fmla="*/ 1780274 f942 1"/>
                <a:gd name="f1270" fmla="*/ 8734740 f943 1"/>
                <a:gd name="f1271" fmla="*/ 1734311 f942 1"/>
                <a:gd name="f1272" fmla="*/ 8708046 f943 1"/>
                <a:gd name="f1273" fmla="*/ 1687963 f942 1"/>
                <a:gd name="f1274" fmla="*/ 8654062 f943 1"/>
                <a:gd name="f1275" fmla="*/ 1597234 f942 1"/>
                <a:gd name="f1276" fmla="*/ 8540278 f943 1"/>
                <a:gd name="f1277" fmla="*/ 1418077 f942 1"/>
                <a:gd name="f1278" fmla="*/ 8510701 f943 1"/>
                <a:gd name="f1279" fmla="*/ 1373695 f942 1"/>
                <a:gd name="f1280" fmla="*/ 8480676 f943 1"/>
                <a:gd name="f1281" fmla="*/ 1329457 f942 1"/>
                <a:gd name="f1282" fmla="*/ 8419782 f943 1"/>
                <a:gd name="f1283" fmla="*/ 1242275 f942 1"/>
                <a:gd name="f1284" fmla="*/ 8292478 f943 1"/>
                <a:gd name="f1285" fmla="*/ 1069875 f942 1"/>
                <a:gd name="f1286" fmla="*/ 8259620 f943 1"/>
                <a:gd name="f1287" fmla="*/ 1027123 f942 1"/>
                <a:gd name="f1288" fmla="*/ 8243416 f943 1"/>
                <a:gd name="f1289" fmla="*/ 1006130 f942 1"/>
                <a:gd name="f1290" fmla="*/ 8227110 f943 1"/>
                <a:gd name="f1291" fmla="*/ 985473 f942 1"/>
                <a:gd name="f1292" fmla="*/ 8159604 f943 1"/>
                <a:gd name="f1293" fmla="*/ 902029 f942 1"/>
                <a:gd name="f1294" fmla="*/ 8020022 f943 1"/>
                <a:gd name="f1295" fmla="*/ 738209 f942 1"/>
                <a:gd name="f1296" fmla="*/ 7984182 f943 1"/>
                <a:gd name="f1297" fmla="*/ 697901 f942 1"/>
                <a:gd name="f1298" fmla="*/ 7948043 f943 1"/>
                <a:gd name="f1299" fmla="*/ 657976 f942 1"/>
                <a:gd name="f1300" fmla="*/ 7874324 f943 1"/>
                <a:gd name="f1301" fmla="*/ 578607 f942 1"/>
                <a:gd name="f1302" fmla="*/ 7723308 f943 1"/>
                <a:gd name="f1303" fmla="*/ 424085 f942 1"/>
                <a:gd name="f1304" fmla="*/ 7565532 f943 1"/>
                <a:gd name="f1305" fmla="*/ 275602 f942 1"/>
                <a:gd name="f1306" fmla="*/ 1832515 f943 1"/>
                <a:gd name="f1307" fmla="*/ 2158449 f943 1"/>
                <a:gd name="f1308" fmla="*/ 2108797 f943 1"/>
                <a:gd name="f1309" fmla="*/ 37845 f942 1"/>
                <a:gd name="f1310" fmla="*/ 1942830 f943 1"/>
                <a:gd name="f1311" fmla="*/ 177587 f942 1"/>
                <a:gd name="f1312" fmla="*/ 1633191 f943 1"/>
                <a:gd name="f1313" fmla="*/ 477909 f942 1"/>
                <a:gd name="f1314" fmla="*/ 702686 f943 1"/>
                <a:gd name="f1315" fmla="*/ 1889935 f942 1"/>
                <a:gd name="f1316" fmla="*/ 551769 f943 1"/>
                <a:gd name="f1317" fmla="*/ 2281416 f942 1"/>
                <a:gd name="f1318" fmla="*/ 438383 f943 1"/>
                <a:gd name="f1319" fmla="*/ 2682772 f942 1"/>
                <a:gd name="f1320" fmla="*/ 397124 f943 1"/>
                <a:gd name="f1321" fmla="*/ 2887044 f942 1"/>
                <a:gd name="f1322" fmla="*/ 365658 f943 1"/>
                <a:gd name="f1323" fmla="*/ 3093424 f942 1"/>
                <a:gd name="f1324" fmla="*/ 332105 f943 1"/>
                <a:gd name="f1325" fmla="*/ 3509828 f942 1"/>
                <a:gd name="f1326" fmla="*/ 383653 f943 1"/>
                <a:gd name="f1327" fmla="*/ 4346327 f942 1"/>
                <a:gd name="f1328" fmla="*/ 422327 f943 1"/>
                <a:gd name="f1329" fmla="*/ 4552900 f942 1"/>
                <a:gd name="f1330" fmla="*/ 472184 f943 1"/>
                <a:gd name="f1331" fmla="*/ 4757939 f942 1"/>
                <a:gd name="f1332" fmla="*/ 533078 f943 1"/>
                <a:gd name="f1333" fmla="*/ 4960916 f942 1"/>
                <a:gd name="f1334" fmla="*/ 604710 f943 1"/>
                <a:gd name="f1335" fmla="*/ 5160875 f942 1"/>
                <a:gd name="f1336" fmla="*/ 996766 f943 1"/>
                <a:gd name="f1337" fmla="*/ 5920640 f942 1"/>
                <a:gd name="f1338" fmla="*/ 1549183 f943 1"/>
                <a:gd name="f1339" fmla="*/ 6586417 f942 1"/>
                <a:gd name="f1340" fmla="*/ 1709890 f943 1"/>
                <a:gd name="f1341" fmla="*/ 6734063 f942 1"/>
                <a:gd name="f1342" fmla="*/ 1859761 f943 1"/>
                <a:gd name="f1343" fmla="*/ 1671798 f943 1"/>
                <a:gd name="f1344" fmla="*/ 1628044 f943 1"/>
                <a:gd name="f1345" fmla="*/ 6822717 f942 1"/>
                <a:gd name="f1346" fmla="*/ 1459756 f943 1"/>
                <a:gd name="f1347" fmla="*/ 6674223 f942 1"/>
                <a:gd name="f1348" fmla="*/ 402543 f943 1"/>
                <a:gd name="f1349" fmla="*/ 5241588 f942 1"/>
                <a:gd name="f1350" fmla="*/ 311923 f943 1"/>
                <a:gd name="f1351" fmla="*/ 5036741 f942 1"/>
                <a:gd name="f1352" fmla="*/ 232140 f943 1"/>
                <a:gd name="f1353" fmla="*/ 4827483 f942 1"/>
                <a:gd name="f1354" fmla="*/ 163392 f943 1"/>
                <a:gd name="f1355" fmla="*/ 4613913 f942 1"/>
                <a:gd name="f1356" fmla="*/ 106823 f943 1"/>
                <a:gd name="f1357" fmla="*/ 4396365 f942 1"/>
                <a:gd name="f1358" fmla="*/ 29326 f943 1"/>
                <a:gd name="f1359" fmla="*/ 3954702 f942 1"/>
                <a:gd name="f1360" fmla="*/ 8647 f943 1"/>
                <a:gd name="f1361" fmla="*/ 3730971 f942 1"/>
                <a:gd name="f1362" fmla="*/ 2880 f943 1"/>
                <a:gd name="f1363" fmla="*/ 3618674 f942 1"/>
                <a:gd name="f1364" fmla="*/ 296 f943 1"/>
                <a:gd name="f1365" fmla="*/ 3506425 f942 1"/>
                <a:gd name="f1366" fmla="*/ 20030 f943 1"/>
                <a:gd name="f1367" fmla="*/ 3056711 f942 1"/>
                <a:gd name="f1368" fmla="*/ 48664 f943 1"/>
                <a:gd name="f1369" fmla="*/ 2832980 f942 1"/>
                <a:gd name="f1370" fmla="*/ 89922 f943 1"/>
                <a:gd name="f1371" fmla="*/ 2610639 f942 1"/>
                <a:gd name="f1372" fmla="*/ 211163 f943 1"/>
                <a:gd name="f1373" fmla="*/ 2174343 f942 1"/>
                <a:gd name="f1374" fmla="*/ 379129 f943 1"/>
                <a:gd name="f1375" fmla="*/ 1754393 f942 1"/>
                <a:gd name="f1376" fmla="*/ 841424 f943 1"/>
                <a:gd name="f1377" fmla="*/ 976270 f942 1"/>
                <a:gd name="f1378" fmla="*/ 1130234 f943 1"/>
                <a:gd name="f1379" fmla="*/ 625768 f942 1"/>
                <a:gd name="f1380" fmla="*/ 1452897 f943 1"/>
                <a:gd name="f1381" fmla="*/ 305748 f942 1"/>
                <a:gd name="f1382" fmla="*/ 1805682 f943 1"/>
                <a:gd name="f1383" fmla="*/ 18752 f942 1"/>
                <a:gd name="f1384" fmla="*/ f944 1 f2"/>
                <a:gd name="f1385" fmla="*/ f947 1 9747620"/>
                <a:gd name="f1386" fmla="*/ f948 1 6858000"/>
                <a:gd name="f1387" fmla="*/ f949 1 9747620"/>
                <a:gd name="f1388" fmla="*/ f950 1 9747620"/>
                <a:gd name="f1389" fmla="*/ f951 1 6858000"/>
                <a:gd name="f1390" fmla="*/ f952 1 9747620"/>
                <a:gd name="f1391" fmla="*/ f953 1 6858000"/>
                <a:gd name="f1392" fmla="*/ f954 1 9747620"/>
                <a:gd name="f1393" fmla="*/ f955 1 6858000"/>
                <a:gd name="f1394" fmla="*/ f956 1 9747620"/>
                <a:gd name="f1395" fmla="*/ f957 1 6858000"/>
                <a:gd name="f1396" fmla="*/ f958 1 9747620"/>
                <a:gd name="f1397" fmla="*/ f959 1 6858000"/>
                <a:gd name="f1398" fmla="*/ f960 1 9747620"/>
                <a:gd name="f1399" fmla="*/ f961 1 6858000"/>
                <a:gd name="f1400" fmla="*/ f962 1 9747620"/>
                <a:gd name="f1401" fmla="*/ f963 1 6858000"/>
                <a:gd name="f1402" fmla="*/ f964 1 9747620"/>
                <a:gd name="f1403" fmla="*/ f965 1 6858000"/>
                <a:gd name="f1404" fmla="*/ f966 1 9747620"/>
                <a:gd name="f1405" fmla="*/ f967 1 6858000"/>
                <a:gd name="f1406" fmla="*/ f968 1 9747620"/>
                <a:gd name="f1407" fmla="*/ f969 1 6858000"/>
                <a:gd name="f1408" fmla="*/ f970 1 9747620"/>
                <a:gd name="f1409" fmla="*/ f971 1 6858000"/>
                <a:gd name="f1410" fmla="*/ f972 1 9747620"/>
                <a:gd name="f1411" fmla="*/ f973 1 6858000"/>
                <a:gd name="f1412" fmla="*/ f974 1 9747620"/>
                <a:gd name="f1413" fmla="*/ f975 1 6858000"/>
                <a:gd name="f1414" fmla="*/ f976 1 9747620"/>
                <a:gd name="f1415" fmla="*/ f977 1 6858000"/>
                <a:gd name="f1416" fmla="*/ f978 1 9747620"/>
                <a:gd name="f1417" fmla="*/ f979 1 6858000"/>
                <a:gd name="f1418" fmla="*/ f980 1 9747620"/>
                <a:gd name="f1419" fmla="*/ f981 1 6858000"/>
                <a:gd name="f1420" fmla="*/ f982 1 9747620"/>
                <a:gd name="f1421" fmla="*/ f983 1 6858000"/>
                <a:gd name="f1422" fmla="*/ f984 1 9747620"/>
                <a:gd name="f1423" fmla="*/ f985 1 6858000"/>
                <a:gd name="f1424" fmla="*/ f986 1 9747620"/>
                <a:gd name="f1425" fmla="*/ f987 1 6858000"/>
                <a:gd name="f1426" fmla="*/ f988 1 9747620"/>
                <a:gd name="f1427" fmla="*/ f989 1 6858000"/>
                <a:gd name="f1428" fmla="*/ f990 1 9747620"/>
                <a:gd name="f1429" fmla="*/ f991 1 6858000"/>
                <a:gd name="f1430" fmla="*/ f992 1 9747620"/>
                <a:gd name="f1431" fmla="*/ f993 1 6858000"/>
                <a:gd name="f1432" fmla="*/ f994 1 9747620"/>
                <a:gd name="f1433" fmla="*/ f995 1 6858000"/>
                <a:gd name="f1434" fmla="*/ f996 1 9747620"/>
                <a:gd name="f1435" fmla="*/ f997 1 6858000"/>
                <a:gd name="f1436" fmla="*/ f998 1 9747620"/>
                <a:gd name="f1437" fmla="*/ f999 1 6858000"/>
                <a:gd name="f1438" fmla="*/ f1000 1 9747620"/>
                <a:gd name="f1439" fmla="*/ f1001 1 6858000"/>
                <a:gd name="f1440" fmla="*/ f1002 1 9747620"/>
                <a:gd name="f1441" fmla="*/ f1003 1 6858000"/>
                <a:gd name="f1442" fmla="*/ f1004 1 9747620"/>
                <a:gd name="f1443" fmla="*/ f1005 1 6858000"/>
                <a:gd name="f1444" fmla="*/ f1006 1 9747620"/>
                <a:gd name="f1445" fmla="*/ f1007 1 6858000"/>
                <a:gd name="f1446" fmla="*/ f1008 1 9747620"/>
                <a:gd name="f1447" fmla="*/ f1009 1 6858000"/>
                <a:gd name="f1448" fmla="*/ f1010 1 9747620"/>
                <a:gd name="f1449" fmla="*/ f1011 1 6858000"/>
                <a:gd name="f1450" fmla="*/ f1012 1 9747620"/>
                <a:gd name="f1451" fmla="*/ f1013 1 6858000"/>
                <a:gd name="f1452" fmla="*/ f1014 1 9747620"/>
                <a:gd name="f1453" fmla="*/ f1015 1 6858000"/>
                <a:gd name="f1454" fmla="*/ f1016 1 9747620"/>
                <a:gd name="f1455" fmla="*/ f1017 1 6858000"/>
                <a:gd name="f1456" fmla="*/ f1018 1 9747620"/>
                <a:gd name="f1457" fmla="*/ f1019 1 6858000"/>
                <a:gd name="f1458" fmla="*/ f1020 1 9747620"/>
                <a:gd name="f1459" fmla="*/ f1021 1 6858000"/>
                <a:gd name="f1460" fmla="*/ f1022 1 9747620"/>
                <a:gd name="f1461" fmla="*/ f1023 1 6858000"/>
                <a:gd name="f1462" fmla="*/ f1024 1 9747620"/>
                <a:gd name="f1463" fmla="*/ f1025 1 6858000"/>
                <a:gd name="f1464" fmla="*/ f1026 1 9747620"/>
                <a:gd name="f1465" fmla="*/ f1027 1 6858000"/>
                <a:gd name="f1466" fmla="*/ f1028 1 9747620"/>
                <a:gd name="f1467" fmla="*/ f1029 1 6858000"/>
                <a:gd name="f1468" fmla="*/ f1030 1 9747620"/>
                <a:gd name="f1469" fmla="*/ f1031 1 6858000"/>
                <a:gd name="f1470" fmla="*/ f1032 1 9747620"/>
                <a:gd name="f1471" fmla="*/ f1033 1 6858000"/>
                <a:gd name="f1472" fmla="*/ f1034 1 9747620"/>
                <a:gd name="f1473" fmla="*/ f1035 1 6858000"/>
                <a:gd name="f1474" fmla="*/ f1036 1 9747620"/>
                <a:gd name="f1475" fmla="*/ f1037 1 6858000"/>
                <a:gd name="f1476" fmla="*/ f1038 1 9747620"/>
                <a:gd name="f1477" fmla="*/ f1039 1 6858000"/>
                <a:gd name="f1478" fmla="*/ f1040 1 9747620"/>
                <a:gd name="f1479" fmla="*/ f1041 1 6858000"/>
                <a:gd name="f1480" fmla="*/ f1042 1 9747620"/>
                <a:gd name="f1481" fmla="*/ f1043 1 6858000"/>
                <a:gd name="f1482" fmla="*/ f1044 1 9747620"/>
                <a:gd name="f1483" fmla="*/ f1045 1 6858000"/>
                <a:gd name="f1484" fmla="*/ f1046 1 9747620"/>
                <a:gd name="f1485" fmla="*/ f1047 1 6858000"/>
                <a:gd name="f1486" fmla="*/ f1048 1 9747620"/>
                <a:gd name="f1487" fmla="*/ f1049 1 6858000"/>
                <a:gd name="f1488" fmla="*/ f1050 1 9747620"/>
                <a:gd name="f1489" fmla="*/ f1051 1 6858000"/>
                <a:gd name="f1490" fmla="*/ f1052 1 9747620"/>
                <a:gd name="f1491" fmla="*/ f1053 1 6858000"/>
                <a:gd name="f1492" fmla="*/ f1054 1 9747620"/>
                <a:gd name="f1493" fmla="*/ f1055 1 6858000"/>
                <a:gd name="f1494" fmla="*/ f1056 1 9747620"/>
                <a:gd name="f1495" fmla="*/ f1057 1 6858000"/>
                <a:gd name="f1496" fmla="*/ f1058 1 9747620"/>
                <a:gd name="f1497" fmla="*/ f1059 1 6858000"/>
                <a:gd name="f1498" fmla="*/ f1060 1 9747620"/>
                <a:gd name="f1499" fmla="*/ f1061 1 6858000"/>
                <a:gd name="f1500" fmla="*/ f1062 1 9747620"/>
                <a:gd name="f1501" fmla="*/ f1063 1 6858000"/>
                <a:gd name="f1502" fmla="*/ f1064 1 9747620"/>
                <a:gd name="f1503" fmla="*/ f1065 1 6858000"/>
                <a:gd name="f1504" fmla="*/ f1066 1 6858000"/>
                <a:gd name="f1505" fmla="*/ f1067 1 9747620"/>
                <a:gd name="f1506" fmla="*/ f1068 1 6858000"/>
                <a:gd name="f1507" fmla="*/ f1069 1 9747620"/>
                <a:gd name="f1508" fmla="*/ f1070 1 6858000"/>
                <a:gd name="f1509" fmla="*/ f1071 1 9747620"/>
                <a:gd name="f1510" fmla="*/ f1072 1 6858000"/>
                <a:gd name="f1511" fmla="*/ f1073 1 9747620"/>
                <a:gd name="f1512" fmla="*/ f1074 1 6858000"/>
                <a:gd name="f1513" fmla="*/ f1075 1 9747620"/>
                <a:gd name="f1514" fmla="*/ f1076 1 6858000"/>
                <a:gd name="f1515" fmla="*/ f1077 1 9747620"/>
                <a:gd name="f1516" fmla="*/ f1078 1 6858000"/>
                <a:gd name="f1517" fmla="*/ f1079 1 9747620"/>
                <a:gd name="f1518" fmla="*/ f1080 1 6858000"/>
                <a:gd name="f1519" fmla="*/ f1081 1 9747620"/>
                <a:gd name="f1520" fmla="*/ f1082 1 6858000"/>
                <a:gd name="f1521" fmla="*/ f1083 1 9747620"/>
                <a:gd name="f1522" fmla="*/ f1084 1 6858000"/>
                <a:gd name="f1523" fmla="*/ f1085 1 9747620"/>
                <a:gd name="f1524" fmla="*/ f1086 1 6858000"/>
                <a:gd name="f1525" fmla="*/ f1087 1 9747620"/>
                <a:gd name="f1526" fmla="*/ f1088 1 6858000"/>
                <a:gd name="f1527" fmla="*/ f1089 1 9747620"/>
                <a:gd name="f1528" fmla="*/ f1090 1 6858000"/>
                <a:gd name="f1529" fmla="*/ f1091 1 9747620"/>
                <a:gd name="f1530" fmla="*/ f1092 1 6858000"/>
                <a:gd name="f1531" fmla="*/ f1093 1 9747620"/>
                <a:gd name="f1532" fmla="*/ f1094 1 6858000"/>
                <a:gd name="f1533" fmla="*/ f1095 1 9747620"/>
                <a:gd name="f1534" fmla="*/ f1096 1 6858000"/>
                <a:gd name="f1535" fmla="*/ f1097 1 9747620"/>
                <a:gd name="f1536" fmla="*/ f1098 1 6858000"/>
                <a:gd name="f1537" fmla="*/ f1099 1 9747620"/>
                <a:gd name="f1538" fmla="*/ f1100 1 6858000"/>
                <a:gd name="f1539" fmla="*/ f1101 1 9747620"/>
                <a:gd name="f1540" fmla="*/ f1102 1 6858000"/>
                <a:gd name="f1541" fmla="*/ f1103 1 9747620"/>
                <a:gd name="f1542" fmla="*/ f1104 1 6858000"/>
                <a:gd name="f1543" fmla="*/ f1105 1 9747620"/>
                <a:gd name="f1544" fmla="*/ f1106 1 6858000"/>
                <a:gd name="f1545" fmla="*/ f1107 1 9747620"/>
                <a:gd name="f1546" fmla="*/ f1108 1 6858000"/>
                <a:gd name="f1547" fmla="*/ f1109 1 9747620"/>
                <a:gd name="f1548" fmla="*/ f1110 1 6858000"/>
                <a:gd name="f1549" fmla="*/ f1111 1 9747620"/>
                <a:gd name="f1550" fmla="*/ f1112 1 6858000"/>
                <a:gd name="f1551" fmla="*/ f1113 1 9747620"/>
                <a:gd name="f1552" fmla="*/ f1114 1 6858000"/>
                <a:gd name="f1553" fmla="*/ f1115 1 9747620"/>
                <a:gd name="f1554" fmla="*/ f1116 1 6858000"/>
                <a:gd name="f1555" fmla="*/ f1117 1 9747620"/>
                <a:gd name="f1556" fmla="*/ f1118 1 6858000"/>
                <a:gd name="f1557" fmla="*/ f1119 1 9747620"/>
                <a:gd name="f1558" fmla="*/ f1120 1 6858000"/>
                <a:gd name="f1559" fmla="*/ f1121 1 9747620"/>
                <a:gd name="f1560" fmla="*/ f1122 1 6858000"/>
                <a:gd name="f1561" fmla="*/ f1123 1 9747620"/>
                <a:gd name="f1562" fmla="*/ f1124 1 6858000"/>
                <a:gd name="f1563" fmla="*/ f1125 1 9747620"/>
                <a:gd name="f1564" fmla="*/ f1126 1 6858000"/>
                <a:gd name="f1565" fmla="*/ f1127 1 9747620"/>
                <a:gd name="f1566" fmla="*/ f1128 1 9747620"/>
                <a:gd name="f1567" fmla="*/ f1129 1 6858000"/>
                <a:gd name="f1568" fmla="*/ f1130 1 9747620"/>
                <a:gd name="f1569" fmla="*/ f1131 1 6858000"/>
                <a:gd name="f1570" fmla="*/ f1132 1 9747620"/>
                <a:gd name="f1571" fmla="*/ f1133 1 6858000"/>
                <a:gd name="f1572" fmla="*/ f1134 1 9747620"/>
                <a:gd name="f1573" fmla="*/ f1135 1 6858000"/>
                <a:gd name="f1574" fmla="*/ f1136 1 9747620"/>
                <a:gd name="f1575" fmla="*/ f1137 1 6858000"/>
                <a:gd name="f1576" fmla="*/ f1138 1 9747620"/>
                <a:gd name="f1577" fmla="*/ f1139 1 6858000"/>
                <a:gd name="f1578" fmla="*/ f1140 1 9747620"/>
                <a:gd name="f1579" fmla="*/ f1141 1 6858000"/>
                <a:gd name="f1580" fmla="*/ f1142 1 9747620"/>
                <a:gd name="f1581" fmla="*/ f1143 1 6858000"/>
                <a:gd name="f1582" fmla="*/ f1144 1 9747620"/>
                <a:gd name="f1583" fmla="*/ f1145 1 6858000"/>
                <a:gd name="f1584" fmla="*/ f1146 1 9747620"/>
                <a:gd name="f1585" fmla="*/ f1147 1 6858000"/>
                <a:gd name="f1586" fmla="*/ f1148 1 9747620"/>
                <a:gd name="f1587" fmla="*/ f1149 1 6858000"/>
                <a:gd name="f1588" fmla="*/ f1150 1 9747620"/>
                <a:gd name="f1589" fmla="*/ f1151 1 6858000"/>
                <a:gd name="f1590" fmla="*/ f1152 1 9747620"/>
                <a:gd name="f1591" fmla="*/ f1153 1 6858000"/>
                <a:gd name="f1592" fmla="*/ f1154 1 9747620"/>
                <a:gd name="f1593" fmla="*/ f1155 1 6858000"/>
                <a:gd name="f1594" fmla="*/ f1156 1 9747620"/>
                <a:gd name="f1595" fmla="*/ f1157 1 6858000"/>
                <a:gd name="f1596" fmla="*/ f1158 1 9747620"/>
                <a:gd name="f1597" fmla="*/ f1159 1 6858000"/>
                <a:gd name="f1598" fmla="*/ f1160 1 9747620"/>
                <a:gd name="f1599" fmla="*/ f1161 1 6858000"/>
                <a:gd name="f1600" fmla="*/ f1162 1 9747620"/>
                <a:gd name="f1601" fmla="*/ f1163 1 6858000"/>
                <a:gd name="f1602" fmla="*/ f1164 1 9747620"/>
                <a:gd name="f1603" fmla="*/ f1165 1 6858000"/>
                <a:gd name="f1604" fmla="*/ f1166 1 9747620"/>
                <a:gd name="f1605" fmla="*/ f1167 1 6858000"/>
                <a:gd name="f1606" fmla="*/ f1168 1 9747620"/>
                <a:gd name="f1607" fmla="*/ f1169 1 6858000"/>
                <a:gd name="f1608" fmla="*/ f1170 1 9747620"/>
                <a:gd name="f1609" fmla="*/ f1171 1 6858000"/>
                <a:gd name="f1610" fmla="*/ f1172 1 9747620"/>
                <a:gd name="f1611" fmla="*/ f1173 1 6858000"/>
                <a:gd name="f1612" fmla="*/ f1174 1 9747620"/>
                <a:gd name="f1613" fmla="*/ f1175 1 6858000"/>
                <a:gd name="f1614" fmla="*/ f1176 1 9747620"/>
                <a:gd name="f1615" fmla="*/ f1177 1 6858000"/>
                <a:gd name="f1616" fmla="*/ f1178 1 9747620"/>
                <a:gd name="f1617" fmla="*/ f1179 1 6858000"/>
                <a:gd name="f1618" fmla="*/ f1180 1 9747620"/>
                <a:gd name="f1619" fmla="*/ f1181 1 6858000"/>
                <a:gd name="f1620" fmla="*/ f1182 1 9747620"/>
                <a:gd name="f1621" fmla="*/ f1183 1 6858000"/>
                <a:gd name="f1622" fmla="*/ f1184 1 9747620"/>
                <a:gd name="f1623" fmla="*/ f1185 1 6858000"/>
                <a:gd name="f1624" fmla="*/ f1186 1 9747620"/>
                <a:gd name="f1625" fmla="*/ f1187 1 6858000"/>
                <a:gd name="f1626" fmla="*/ f1188 1 9747620"/>
                <a:gd name="f1627" fmla="*/ f1189 1 6858000"/>
                <a:gd name="f1628" fmla="*/ f1190 1 9747620"/>
                <a:gd name="f1629" fmla="*/ f1191 1 6858000"/>
                <a:gd name="f1630" fmla="*/ f1192 1 9747620"/>
                <a:gd name="f1631" fmla="*/ f1193 1 6858000"/>
                <a:gd name="f1632" fmla="*/ f1194 1 9747620"/>
                <a:gd name="f1633" fmla="*/ f1195 1 6858000"/>
                <a:gd name="f1634" fmla="*/ f1196 1 9747620"/>
                <a:gd name="f1635" fmla="*/ f1197 1 6858000"/>
                <a:gd name="f1636" fmla="*/ f1198 1 9747620"/>
                <a:gd name="f1637" fmla="*/ f1199 1 6858000"/>
                <a:gd name="f1638" fmla="*/ f1200 1 9747620"/>
                <a:gd name="f1639" fmla="*/ f1201 1 6858000"/>
                <a:gd name="f1640" fmla="*/ f1202 1 9747620"/>
                <a:gd name="f1641" fmla="*/ f1203 1 6858000"/>
                <a:gd name="f1642" fmla="*/ f1204 1 9747620"/>
                <a:gd name="f1643" fmla="*/ f1205 1 6858000"/>
                <a:gd name="f1644" fmla="*/ f1206 1 9747620"/>
                <a:gd name="f1645" fmla="*/ f1207 1 6858000"/>
                <a:gd name="f1646" fmla="*/ f1208 1 9747620"/>
                <a:gd name="f1647" fmla="*/ f1209 1 6858000"/>
                <a:gd name="f1648" fmla="*/ f1210 1 9747620"/>
                <a:gd name="f1649" fmla="*/ f1211 1 6858000"/>
                <a:gd name="f1650" fmla="*/ f1212 1 9747620"/>
                <a:gd name="f1651" fmla="*/ f1213 1 6858000"/>
                <a:gd name="f1652" fmla="*/ f1214 1 9747620"/>
                <a:gd name="f1653" fmla="*/ f1215 1 6858000"/>
                <a:gd name="f1654" fmla="*/ f1216 1 9747620"/>
                <a:gd name="f1655" fmla="*/ f1217 1 6858000"/>
                <a:gd name="f1656" fmla="*/ f1218 1 9747620"/>
                <a:gd name="f1657" fmla="*/ f1219 1 6858000"/>
                <a:gd name="f1658" fmla="*/ f1220 1 9747620"/>
                <a:gd name="f1659" fmla="*/ f1221 1 6858000"/>
                <a:gd name="f1660" fmla="*/ f1222 1 9747620"/>
                <a:gd name="f1661" fmla="*/ f1223 1 6858000"/>
                <a:gd name="f1662" fmla="*/ f1224 1 9747620"/>
                <a:gd name="f1663" fmla="*/ f1225 1 6858000"/>
                <a:gd name="f1664" fmla="*/ f1226 1 9747620"/>
                <a:gd name="f1665" fmla="*/ f1227 1 6858000"/>
                <a:gd name="f1666" fmla="*/ f1228 1 9747620"/>
                <a:gd name="f1667" fmla="*/ f1229 1 6858000"/>
                <a:gd name="f1668" fmla="*/ f1230 1 9747620"/>
                <a:gd name="f1669" fmla="*/ f1231 1 6858000"/>
                <a:gd name="f1670" fmla="*/ f1232 1 9747620"/>
                <a:gd name="f1671" fmla="*/ f1233 1 6858000"/>
                <a:gd name="f1672" fmla="*/ f1234 1 9747620"/>
                <a:gd name="f1673" fmla="*/ f1235 1 6858000"/>
                <a:gd name="f1674" fmla="*/ f1236 1 9747620"/>
                <a:gd name="f1675" fmla="*/ f1237 1 6858000"/>
                <a:gd name="f1676" fmla="*/ f1238 1 9747620"/>
                <a:gd name="f1677" fmla="*/ f1239 1 6858000"/>
                <a:gd name="f1678" fmla="*/ f1240 1 9747620"/>
                <a:gd name="f1679" fmla="*/ f1241 1 6858000"/>
                <a:gd name="f1680" fmla="*/ f1242 1 9747620"/>
                <a:gd name="f1681" fmla="*/ f1243 1 6858000"/>
                <a:gd name="f1682" fmla="*/ f1244 1 9747620"/>
                <a:gd name="f1683" fmla="*/ f1245 1 6858000"/>
                <a:gd name="f1684" fmla="*/ f1246 1 9747620"/>
                <a:gd name="f1685" fmla="*/ f1247 1 6858000"/>
                <a:gd name="f1686" fmla="*/ f1248 1 9747620"/>
                <a:gd name="f1687" fmla="*/ f1249 1 6858000"/>
                <a:gd name="f1688" fmla="*/ f1250 1 9747620"/>
                <a:gd name="f1689" fmla="*/ f1251 1 6858000"/>
                <a:gd name="f1690" fmla="*/ f1252 1 9747620"/>
                <a:gd name="f1691" fmla="*/ f1253 1 6858000"/>
                <a:gd name="f1692" fmla="*/ f1254 1 9747620"/>
                <a:gd name="f1693" fmla="*/ f1255 1 6858000"/>
                <a:gd name="f1694" fmla="*/ f1256 1 9747620"/>
                <a:gd name="f1695" fmla="*/ f1257 1 6858000"/>
                <a:gd name="f1696" fmla="*/ f1258 1 9747620"/>
                <a:gd name="f1697" fmla="*/ f1259 1 6858000"/>
                <a:gd name="f1698" fmla="*/ f1260 1 9747620"/>
                <a:gd name="f1699" fmla="*/ f1261 1 6858000"/>
                <a:gd name="f1700" fmla="*/ f1262 1 9747620"/>
                <a:gd name="f1701" fmla="*/ f1263 1 6858000"/>
                <a:gd name="f1702" fmla="*/ f1264 1 9747620"/>
                <a:gd name="f1703" fmla="*/ f1265 1 6858000"/>
                <a:gd name="f1704" fmla="*/ f1266 1 9747620"/>
                <a:gd name="f1705" fmla="*/ f1267 1 6858000"/>
                <a:gd name="f1706" fmla="*/ f1268 1 9747620"/>
                <a:gd name="f1707" fmla="*/ f1269 1 6858000"/>
                <a:gd name="f1708" fmla="*/ f1270 1 9747620"/>
                <a:gd name="f1709" fmla="*/ f1271 1 6858000"/>
                <a:gd name="f1710" fmla="*/ f1272 1 9747620"/>
                <a:gd name="f1711" fmla="*/ f1273 1 6858000"/>
                <a:gd name="f1712" fmla="*/ f1274 1 9747620"/>
                <a:gd name="f1713" fmla="*/ f1275 1 6858000"/>
                <a:gd name="f1714" fmla="*/ f1276 1 9747620"/>
                <a:gd name="f1715" fmla="*/ f1277 1 6858000"/>
                <a:gd name="f1716" fmla="*/ f1278 1 9747620"/>
                <a:gd name="f1717" fmla="*/ f1279 1 6858000"/>
                <a:gd name="f1718" fmla="*/ f1280 1 9747620"/>
                <a:gd name="f1719" fmla="*/ f1281 1 6858000"/>
                <a:gd name="f1720" fmla="*/ f1282 1 9747620"/>
                <a:gd name="f1721" fmla="*/ f1283 1 6858000"/>
                <a:gd name="f1722" fmla="*/ f1284 1 9747620"/>
                <a:gd name="f1723" fmla="*/ f1285 1 6858000"/>
                <a:gd name="f1724" fmla="*/ f1286 1 9747620"/>
                <a:gd name="f1725" fmla="*/ f1287 1 6858000"/>
                <a:gd name="f1726" fmla="*/ f1288 1 9747620"/>
                <a:gd name="f1727" fmla="*/ f1289 1 6858000"/>
                <a:gd name="f1728" fmla="*/ f1290 1 9747620"/>
                <a:gd name="f1729" fmla="*/ f1291 1 6858000"/>
                <a:gd name="f1730" fmla="*/ f1292 1 9747620"/>
                <a:gd name="f1731" fmla="*/ f1293 1 6858000"/>
                <a:gd name="f1732" fmla="*/ f1294 1 9747620"/>
                <a:gd name="f1733" fmla="*/ f1295 1 6858000"/>
                <a:gd name="f1734" fmla="*/ f1296 1 9747620"/>
                <a:gd name="f1735" fmla="*/ f1297 1 6858000"/>
                <a:gd name="f1736" fmla="*/ f1298 1 9747620"/>
                <a:gd name="f1737" fmla="*/ f1299 1 6858000"/>
                <a:gd name="f1738" fmla="*/ f1300 1 9747620"/>
                <a:gd name="f1739" fmla="*/ f1301 1 6858000"/>
                <a:gd name="f1740" fmla="*/ f1302 1 9747620"/>
                <a:gd name="f1741" fmla="*/ f1303 1 6858000"/>
                <a:gd name="f1742" fmla="*/ f1304 1 9747620"/>
                <a:gd name="f1743" fmla="*/ f1305 1 6858000"/>
                <a:gd name="f1744" fmla="*/ f1306 1 9747620"/>
                <a:gd name="f1745" fmla="*/ f1307 1 9747620"/>
                <a:gd name="f1746" fmla="*/ f1308 1 9747620"/>
                <a:gd name="f1747" fmla="*/ f1309 1 6858000"/>
                <a:gd name="f1748" fmla="*/ f1310 1 9747620"/>
                <a:gd name="f1749" fmla="*/ f1311 1 6858000"/>
                <a:gd name="f1750" fmla="*/ f1312 1 9747620"/>
                <a:gd name="f1751" fmla="*/ f1313 1 6858000"/>
                <a:gd name="f1752" fmla="*/ f1314 1 9747620"/>
                <a:gd name="f1753" fmla="*/ f1315 1 6858000"/>
                <a:gd name="f1754" fmla="*/ f1316 1 9747620"/>
                <a:gd name="f1755" fmla="*/ f1317 1 6858000"/>
                <a:gd name="f1756" fmla="*/ f1318 1 9747620"/>
                <a:gd name="f1757" fmla="*/ f1319 1 6858000"/>
                <a:gd name="f1758" fmla="*/ f1320 1 9747620"/>
                <a:gd name="f1759" fmla="*/ f1321 1 6858000"/>
                <a:gd name="f1760" fmla="*/ f1322 1 9747620"/>
                <a:gd name="f1761" fmla="*/ f1323 1 6858000"/>
                <a:gd name="f1762" fmla="*/ f1324 1 9747620"/>
                <a:gd name="f1763" fmla="*/ f1325 1 6858000"/>
                <a:gd name="f1764" fmla="*/ f1326 1 9747620"/>
                <a:gd name="f1765" fmla="*/ f1327 1 6858000"/>
                <a:gd name="f1766" fmla="*/ f1328 1 9747620"/>
                <a:gd name="f1767" fmla="*/ f1329 1 6858000"/>
                <a:gd name="f1768" fmla="*/ f1330 1 9747620"/>
                <a:gd name="f1769" fmla="*/ f1331 1 6858000"/>
                <a:gd name="f1770" fmla="*/ f1332 1 9747620"/>
                <a:gd name="f1771" fmla="*/ f1333 1 6858000"/>
                <a:gd name="f1772" fmla="*/ f1334 1 9747620"/>
                <a:gd name="f1773" fmla="*/ f1335 1 6858000"/>
                <a:gd name="f1774" fmla="*/ f1336 1 9747620"/>
                <a:gd name="f1775" fmla="*/ f1337 1 6858000"/>
                <a:gd name="f1776" fmla="*/ f1338 1 9747620"/>
                <a:gd name="f1777" fmla="*/ f1339 1 6858000"/>
                <a:gd name="f1778" fmla="*/ f1340 1 9747620"/>
                <a:gd name="f1779" fmla="*/ f1341 1 6858000"/>
                <a:gd name="f1780" fmla="*/ f1342 1 9747620"/>
                <a:gd name="f1781" fmla="*/ f1343 1 9747620"/>
                <a:gd name="f1782" fmla="*/ f1344 1 9747620"/>
                <a:gd name="f1783" fmla="*/ f1345 1 6858000"/>
                <a:gd name="f1784" fmla="*/ f1346 1 9747620"/>
                <a:gd name="f1785" fmla="*/ f1347 1 6858000"/>
                <a:gd name="f1786" fmla="*/ f1348 1 9747620"/>
                <a:gd name="f1787" fmla="*/ f1349 1 6858000"/>
                <a:gd name="f1788" fmla="*/ f1350 1 9747620"/>
                <a:gd name="f1789" fmla="*/ f1351 1 6858000"/>
                <a:gd name="f1790" fmla="*/ f1352 1 9747620"/>
                <a:gd name="f1791" fmla="*/ f1353 1 6858000"/>
                <a:gd name="f1792" fmla="*/ f1354 1 9747620"/>
                <a:gd name="f1793" fmla="*/ f1355 1 6858000"/>
                <a:gd name="f1794" fmla="*/ f1356 1 9747620"/>
                <a:gd name="f1795" fmla="*/ f1357 1 6858000"/>
                <a:gd name="f1796" fmla="*/ f1358 1 9747620"/>
                <a:gd name="f1797" fmla="*/ f1359 1 6858000"/>
                <a:gd name="f1798" fmla="*/ f1360 1 9747620"/>
                <a:gd name="f1799" fmla="*/ f1361 1 6858000"/>
                <a:gd name="f1800" fmla="*/ f1362 1 9747620"/>
                <a:gd name="f1801" fmla="*/ f1363 1 6858000"/>
                <a:gd name="f1802" fmla="*/ f1364 1 9747620"/>
                <a:gd name="f1803" fmla="*/ f1365 1 6858000"/>
                <a:gd name="f1804" fmla="*/ f1366 1 9747620"/>
                <a:gd name="f1805" fmla="*/ f1367 1 6858000"/>
                <a:gd name="f1806" fmla="*/ f1368 1 9747620"/>
                <a:gd name="f1807" fmla="*/ f1369 1 6858000"/>
                <a:gd name="f1808" fmla="*/ f1370 1 9747620"/>
                <a:gd name="f1809" fmla="*/ f1371 1 6858000"/>
                <a:gd name="f1810" fmla="*/ f1372 1 9747620"/>
                <a:gd name="f1811" fmla="*/ f1373 1 6858000"/>
                <a:gd name="f1812" fmla="*/ f1374 1 9747620"/>
                <a:gd name="f1813" fmla="*/ f1375 1 6858000"/>
                <a:gd name="f1814" fmla="*/ f1376 1 9747620"/>
                <a:gd name="f1815" fmla="*/ f1377 1 6858000"/>
                <a:gd name="f1816" fmla="*/ f1378 1 9747620"/>
                <a:gd name="f1817" fmla="*/ f1379 1 6858000"/>
                <a:gd name="f1818" fmla="*/ f1380 1 9747620"/>
                <a:gd name="f1819" fmla="*/ f1381 1 6858000"/>
                <a:gd name="f1820" fmla="*/ f1382 1 9747620"/>
                <a:gd name="f1821" fmla="*/ f1383 1 6858000"/>
                <a:gd name="f1822" fmla="*/ f5 1 f945"/>
                <a:gd name="f1823" fmla="*/ f6 1 f945"/>
                <a:gd name="f1824" fmla="*/ f5 1 f946"/>
                <a:gd name="f1825" fmla="*/ f7 1 f946"/>
                <a:gd name="f1826" fmla="+- f1384 0 f1"/>
                <a:gd name="f1827" fmla="*/ f1385 1 f945"/>
                <a:gd name="f1828" fmla="*/ f1386 1 f946"/>
                <a:gd name="f1829" fmla="*/ f1387 1 f945"/>
                <a:gd name="f1830" fmla="*/ f1388 1 f945"/>
                <a:gd name="f1831" fmla="*/ f1389 1 f946"/>
                <a:gd name="f1832" fmla="*/ f1390 1 f945"/>
                <a:gd name="f1833" fmla="*/ f1391 1 f946"/>
                <a:gd name="f1834" fmla="*/ f1392 1 f945"/>
                <a:gd name="f1835" fmla="*/ f1393 1 f946"/>
                <a:gd name="f1836" fmla="*/ f1394 1 f945"/>
                <a:gd name="f1837" fmla="*/ f1395 1 f946"/>
                <a:gd name="f1838" fmla="*/ f1396 1 f945"/>
                <a:gd name="f1839" fmla="*/ f1397 1 f946"/>
                <a:gd name="f1840" fmla="*/ f1398 1 f945"/>
                <a:gd name="f1841" fmla="*/ f1399 1 f946"/>
                <a:gd name="f1842" fmla="*/ f1400 1 f945"/>
                <a:gd name="f1843" fmla="*/ f1401 1 f946"/>
                <a:gd name="f1844" fmla="*/ f1402 1 f945"/>
                <a:gd name="f1845" fmla="*/ f1403 1 f946"/>
                <a:gd name="f1846" fmla="*/ f1404 1 f945"/>
                <a:gd name="f1847" fmla="*/ f1405 1 f946"/>
                <a:gd name="f1848" fmla="*/ f1406 1 f945"/>
                <a:gd name="f1849" fmla="*/ f1407 1 f946"/>
                <a:gd name="f1850" fmla="*/ f1408 1 f945"/>
                <a:gd name="f1851" fmla="*/ f1409 1 f946"/>
                <a:gd name="f1852" fmla="*/ f1410 1 f945"/>
                <a:gd name="f1853" fmla="*/ f1411 1 f946"/>
                <a:gd name="f1854" fmla="*/ f1412 1 f945"/>
                <a:gd name="f1855" fmla="*/ f1413 1 f946"/>
                <a:gd name="f1856" fmla="*/ f1414 1 f945"/>
                <a:gd name="f1857" fmla="*/ f1415 1 f946"/>
                <a:gd name="f1858" fmla="*/ f1416 1 f945"/>
                <a:gd name="f1859" fmla="*/ f1417 1 f946"/>
                <a:gd name="f1860" fmla="*/ f1418 1 f945"/>
                <a:gd name="f1861" fmla="*/ f1419 1 f946"/>
                <a:gd name="f1862" fmla="*/ f1420 1 f945"/>
                <a:gd name="f1863" fmla="*/ f1421 1 f946"/>
                <a:gd name="f1864" fmla="*/ f1422 1 f945"/>
                <a:gd name="f1865" fmla="*/ f1423 1 f946"/>
                <a:gd name="f1866" fmla="*/ f1424 1 f945"/>
                <a:gd name="f1867" fmla="*/ f1425 1 f946"/>
                <a:gd name="f1868" fmla="*/ f1426 1 f945"/>
                <a:gd name="f1869" fmla="*/ f1427 1 f946"/>
                <a:gd name="f1870" fmla="*/ f1428 1 f945"/>
                <a:gd name="f1871" fmla="*/ f1429 1 f946"/>
                <a:gd name="f1872" fmla="*/ f1430 1 f945"/>
                <a:gd name="f1873" fmla="*/ f1431 1 f946"/>
                <a:gd name="f1874" fmla="*/ f1432 1 f945"/>
                <a:gd name="f1875" fmla="*/ f1433 1 f946"/>
                <a:gd name="f1876" fmla="*/ f1434 1 f945"/>
                <a:gd name="f1877" fmla="*/ f1435 1 f946"/>
                <a:gd name="f1878" fmla="*/ f1436 1 f945"/>
                <a:gd name="f1879" fmla="*/ f1437 1 f946"/>
                <a:gd name="f1880" fmla="*/ f1438 1 f945"/>
                <a:gd name="f1881" fmla="*/ f1439 1 f946"/>
                <a:gd name="f1882" fmla="*/ f1440 1 f945"/>
                <a:gd name="f1883" fmla="*/ f1441 1 f946"/>
                <a:gd name="f1884" fmla="*/ f1442 1 f945"/>
                <a:gd name="f1885" fmla="*/ f1443 1 f946"/>
                <a:gd name="f1886" fmla="*/ f1444 1 f945"/>
                <a:gd name="f1887" fmla="*/ f1445 1 f946"/>
                <a:gd name="f1888" fmla="*/ f1446 1 f945"/>
                <a:gd name="f1889" fmla="*/ f1447 1 f946"/>
                <a:gd name="f1890" fmla="*/ f1448 1 f945"/>
                <a:gd name="f1891" fmla="*/ f1449 1 f946"/>
                <a:gd name="f1892" fmla="*/ f1450 1 f945"/>
                <a:gd name="f1893" fmla="*/ f1451 1 f946"/>
                <a:gd name="f1894" fmla="*/ f1452 1 f945"/>
                <a:gd name="f1895" fmla="*/ f1453 1 f946"/>
                <a:gd name="f1896" fmla="*/ f1454 1 f945"/>
                <a:gd name="f1897" fmla="*/ f1455 1 f946"/>
                <a:gd name="f1898" fmla="*/ f1456 1 f945"/>
                <a:gd name="f1899" fmla="*/ f1457 1 f946"/>
                <a:gd name="f1900" fmla="*/ f1458 1 f945"/>
                <a:gd name="f1901" fmla="*/ f1459 1 f946"/>
                <a:gd name="f1902" fmla="*/ f1460 1 f945"/>
                <a:gd name="f1903" fmla="*/ f1461 1 f946"/>
                <a:gd name="f1904" fmla="*/ f1462 1 f945"/>
                <a:gd name="f1905" fmla="*/ f1463 1 f946"/>
                <a:gd name="f1906" fmla="*/ f1464 1 f945"/>
                <a:gd name="f1907" fmla="*/ f1465 1 f946"/>
                <a:gd name="f1908" fmla="*/ f1466 1 f945"/>
                <a:gd name="f1909" fmla="*/ f1467 1 f946"/>
                <a:gd name="f1910" fmla="*/ f1468 1 f945"/>
                <a:gd name="f1911" fmla="*/ f1469 1 f946"/>
                <a:gd name="f1912" fmla="*/ f1470 1 f945"/>
                <a:gd name="f1913" fmla="*/ f1471 1 f946"/>
                <a:gd name="f1914" fmla="*/ f1472 1 f945"/>
                <a:gd name="f1915" fmla="*/ f1473 1 f946"/>
                <a:gd name="f1916" fmla="*/ f1474 1 f945"/>
                <a:gd name="f1917" fmla="*/ f1475 1 f946"/>
                <a:gd name="f1918" fmla="*/ f1476 1 f945"/>
                <a:gd name="f1919" fmla="*/ f1477 1 f946"/>
                <a:gd name="f1920" fmla="*/ f1478 1 f945"/>
                <a:gd name="f1921" fmla="*/ f1479 1 f946"/>
                <a:gd name="f1922" fmla="*/ f1480 1 f945"/>
                <a:gd name="f1923" fmla="*/ f1481 1 f946"/>
                <a:gd name="f1924" fmla="*/ f1482 1 f945"/>
                <a:gd name="f1925" fmla="*/ f1483 1 f946"/>
                <a:gd name="f1926" fmla="*/ f1484 1 f945"/>
                <a:gd name="f1927" fmla="*/ f1485 1 f946"/>
                <a:gd name="f1928" fmla="*/ f1486 1 f945"/>
                <a:gd name="f1929" fmla="*/ f1487 1 f946"/>
                <a:gd name="f1930" fmla="*/ f1488 1 f945"/>
                <a:gd name="f1931" fmla="*/ f1489 1 f946"/>
                <a:gd name="f1932" fmla="*/ f1490 1 f945"/>
                <a:gd name="f1933" fmla="*/ f1491 1 f946"/>
                <a:gd name="f1934" fmla="*/ f1492 1 f945"/>
                <a:gd name="f1935" fmla="*/ f1493 1 f946"/>
                <a:gd name="f1936" fmla="*/ f1494 1 f945"/>
                <a:gd name="f1937" fmla="*/ f1495 1 f946"/>
                <a:gd name="f1938" fmla="*/ f1496 1 f945"/>
                <a:gd name="f1939" fmla="*/ f1497 1 f946"/>
                <a:gd name="f1940" fmla="*/ f1498 1 f945"/>
                <a:gd name="f1941" fmla="*/ f1499 1 f946"/>
                <a:gd name="f1942" fmla="*/ f1500 1 f945"/>
                <a:gd name="f1943" fmla="*/ f1501 1 f946"/>
                <a:gd name="f1944" fmla="*/ f1502 1 f945"/>
                <a:gd name="f1945" fmla="*/ f1503 1 f946"/>
                <a:gd name="f1946" fmla="*/ f1504 1 f946"/>
                <a:gd name="f1947" fmla="*/ f1505 1 f945"/>
                <a:gd name="f1948" fmla="*/ f1506 1 f946"/>
                <a:gd name="f1949" fmla="*/ f1507 1 f945"/>
                <a:gd name="f1950" fmla="*/ f1508 1 f946"/>
                <a:gd name="f1951" fmla="*/ f1509 1 f945"/>
                <a:gd name="f1952" fmla="*/ f1510 1 f946"/>
                <a:gd name="f1953" fmla="*/ f1511 1 f945"/>
                <a:gd name="f1954" fmla="*/ f1512 1 f946"/>
                <a:gd name="f1955" fmla="*/ f1513 1 f945"/>
                <a:gd name="f1956" fmla="*/ f1514 1 f946"/>
                <a:gd name="f1957" fmla="*/ f1515 1 f945"/>
                <a:gd name="f1958" fmla="*/ f1516 1 f946"/>
                <a:gd name="f1959" fmla="*/ f1517 1 f945"/>
                <a:gd name="f1960" fmla="*/ f1518 1 f946"/>
                <a:gd name="f1961" fmla="*/ f1519 1 f945"/>
                <a:gd name="f1962" fmla="*/ f1520 1 f946"/>
                <a:gd name="f1963" fmla="*/ f1521 1 f945"/>
                <a:gd name="f1964" fmla="*/ f1522 1 f946"/>
                <a:gd name="f1965" fmla="*/ f1523 1 f945"/>
                <a:gd name="f1966" fmla="*/ f1524 1 f946"/>
                <a:gd name="f1967" fmla="*/ f1525 1 f945"/>
                <a:gd name="f1968" fmla="*/ f1526 1 f946"/>
                <a:gd name="f1969" fmla="*/ f1527 1 f945"/>
                <a:gd name="f1970" fmla="*/ f1528 1 f946"/>
                <a:gd name="f1971" fmla="*/ f1529 1 f945"/>
                <a:gd name="f1972" fmla="*/ f1530 1 f946"/>
                <a:gd name="f1973" fmla="*/ f1531 1 f945"/>
                <a:gd name="f1974" fmla="*/ f1532 1 f946"/>
                <a:gd name="f1975" fmla="*/ f1533 1 f945"/>
                <a:gd name="f1976" fmla="*/ f1534 1 f946"/>
                <a:gd name="f1977" fmla="*/ f1535 1 f945"/>
                <a:gd name="f1978" fmla="*/ f1536 1 f946"/>
                <a:gd name="f1979" fmla="*/ f1537 1 f945"/>
                <a:gd name="f1980" fmla="*/ f1538 1 f946"/>
                <a:gd name="f1981" fmla="*/ f1539 1 f945"/>
                <a:gd name="f1982" fmla="*/ f1540 1 f946"/>
                <a:gd name="f1983" fmla="*/ f1541 1 f945"/>
                <a:gd name="f1984" fmla="*/ f1542 1 f946"/>
                <a:gd name="f1985" fmla="*/ f1543 1 f945"/>
                <a:gd name="f1986" fmla="*/ f1544 1 f946"/>
                <a:gd name="f1987" fmla="*/ f1545 1 f945"/>
                <a:gd name="f1988" fmla="*/ f1546 1 f946"/>
                <a:gd name="f1989" fmla="*/ f1547 1 f945"/>
                <a:gd name="f1990" fmla="*/ f1548 1 f946"/>
                <a:gd name="f1991" fmla="*/ f1549 1 f945"/>
                <a:gd name="f1992" fmla="*/ f1550 1 f946"/>
                <a:gd name="f1993" fmla="*/ f1551 1 f945"/>
                <a:gd name="f1994" fmla="*/ f1552 1 f946"/>
                <a:gd name="f1995" fmla="*/ f1553 1 f945"/>
                <a:gd name="f1996" fmla="*/ f1554 1 f946"/>
                <a:gd name="f1997" fmla="*/ f1555 1 f945"/>
                <a:gd name="f1998" fmla="*/ f1556 1 f946"/>
                <a:gd name="f1999" fmla="*/ f1557 1 f945"/>
                <a:gd name="f2000" fmla="*/ f1558 1 f946"/>
                <a:gd name="f2001" fmla="*/ f1559 1 f945"/>
                <a:gd name="f2002" fmla="*/ f1560 1 f946"/>
                <a:gd name="f2003" fmla="*/ f1561 1 f945"/>
                <a:gd name="f2004" fmla="*/ f1562 1 f946"/>
                <a:gd name="f2005" fmla="*/ f1563 1 f945"/>
                <a:gd name="f2006" fmla="*/ f1564 1 f946"/>
                <a:gd name="f2007" fmla="*/ f1565 1 f945"/>
                <a:gd name="f2008" fmla="*/ f1566 1 f945"/>
                <a:gd name="f2009" fmla="*/ f1567 1 f946"/>
                <a:gd name="f2010" fmla="*/ f1568 1 f945"/>
                <a:gd name="f2011" fmla="*/ f1569 1 f946"/>
                <a:gd name="f2012" fmla="*/ f1570 1 f945"/>
                <a:gd name="f2013" fmla="*/ f1571 1 f946"/>
                <a:gd name="f2014" fmla="*/ f1572 1 f945"/>
                <a:gd name="f2015" fmla="*/ f1573 1 f946"/>
                <a:gd name="f2016" fmla="*/ f1574 1 f945"/>
                <a:gd name="f2017" fmla="*/ f1575 1 f946"/>
                <a:gd name="f2018" fmla="*/ f1576 1 f945"/>
                <a:gd name="f2019" fmla="*/ f1577 1 f946"/>
                <a:gd name="f2020" fmla="*/ f1578 1 f945"/>
                <a:gd name="f2021" fmla="*/ f1579 1 f946"/>
                <a:gd name="f2022" fmla="*/ f1580 1 f945"/>
                <a:gd name="f2023" fmla="*/ f1581 1 f946"/>
                <a:gd name="f2024" fmla="*/ f1582 1 f945"/>
                <a:gd name="f2025" fmla="*/ f1583 1 f946"/>
                <a:gd name="f2026" fmla="*/ f1584 1 f945"/>
                <a:gd name="f2027" fmla="*/ f1585 1 f946"/>
                <a:gd name="f2028" fmla="*/ f1586 1 f945"/>
                <a:gd name="f2029" fmla="*/ f1587 1 f946"/>
                <a:gd name="f2030" fmla="*/ f1588 1 f945"/>
                <a:gd name="f2031" fmla="*/ f1589 1 f946"/>
                <a:gd name="f2032" fmla="*/ f1590 1 f945"/>
                <a:gd name="f2033" fmla="*/ f1591 1 f946"/>
                <a:gd name="f2034" fmla="*/ f1592 1 f945"/>
                <a:gd name="f2035" fmla="*/ f1593 1 f946"/>
                <a:gd name="f2036" fmla="*/ f1594 1 f945"/>
                <a:gd name="f2037" fmla="*/ f1595 1 f946"/>
                <a:gd name="f2038" fmla="*/ f1596 1 f945"/>
                <a:gd name="f2039" fmla="*/ f1597 1 f946"/>
                <a:gd name="f2040" fmla="*/ f1598 1 f945"/>
                <a:gd name="f2041" fmla="*/ f1599 1 f946"/>
                <a:gd name="f2042" fmla="*/ f1600 1 f945"/>
                <a:gd name="f2043" fmla="*/ f1601 1 f946"/>
                <a:gd name="f2044" fmla="*/ f1602 1 f945"/>
                <a:gd name="f2045" fmla="*/ f1603 1 f946"/>
                <a:gd name="f2046" fmla="*/ f1604 1 f945"/>
                <a:gd name="f2047" fmla="*/ f1605 1 f946"/>
                <a:gd name="f2048" fmla="*/ f1606 1 f945"/>
                <a:gd name="f2049" fmla="*/ f1607 1 f946"/>
                <a:gd name="f2050" fmla="*/ f1608 1 f945"/>
                <a:gd name="f2051" fmla="*/ f1609 1 f946"/>
                <a:gd name="f2052" fmla="*/ f1610 1 f945"/>
                <a:gd name="f2053" fmla="*/ f1611 1 f946"/>
                <a:gd name="f2054" fmla="*/ f1612 1 f945"/>
                <a:gd name="f2055" fmla="*/ f1613 1 f946"/>
                <a:gd name="f2056" fmla="*/ f1614 1 f945"/>
                <a:gd name="f2057" fmla="*/ f1615 1 f946"/>
                <a:gd name="f2058" fmla="*/ f1616 1 f945"/>
                <a:gd name="f2059" fmla="*/ f1617 1 f946"/>
                <a:gd name="f2060" fmla="*/ f1618 1 f945"/>
                <a:gd name="f2061" fmla="*/ f1619 1 f946"/>
                <a:gd name="f2062" fmla="*/ f1620 1 f945"/>
                <a:gd name="f2063" fmla="*/ f1621 1 f946"/>
                <a:gd name="f2064" fmla="*/ f1622 1 f945"/>
                <a:gd name="f2065" fmla="*/ f1623 1 f946"/>
                <a:gd name="f2066" fmla="*/ f1624 1 f945"/>
                <a:gd name="f2067" fmla="*/ f1625 1 f946"/>
                <a:gd name="f2068" fmla="*/ f1626 1 f945"/>
                <a:gd name="f2069" fmla="*/ f1627 1 f946"/>
                <a:gd name="f2070" fmla="*/ f1628 1 f945"/>
                <a:gd name="f2071" fmla="*/ f1629 1 f946"/>
                <a:gd name="f2072" fmla="*/ f1630 1 f945"/>
                <a:gd name="f2073" fmla="*/ f1631 1 f946"/>
                <a:gd name="f2074" fmla="*/ f1632 1 f945"/>
                <a:gd name="f2075" fmla="*/ f1633 1 f946"/>
                <a:gd name="f2076" fmla="*/ f1634 1 f945"/>
                <a:gd name="f2077" fmla="*/ f1635 1 f946"/>
                <a:gd name="f2078" fmla="*/ f1636 1 f945"/>
                <a:gd name="f2079" fmla="*/ f1637 1 f946"/>
                <a:gd name="f2080" fmla="*/ f1638 1 f945"/>
                <a:gd name="f2081" fmla="*/ f1639 1 f946"/>
                <a:gd name="f2082" fmla="*/ f1640 1 f945"/>
                <a:gd name="f2083" fmla="*/ f1641 1 f946"/>
                <a:gd name="f2084" fmla="*/ f1642 1 f945"/>
                <a:gd name="f2085" fmla="*/ f1643 1 f946"/>
                <a:gd name="f2086" fmla="*/ f1644 1 f945"/>
                <a:gd name="f2087" fmla="*/ f1645 1 f946"/>
                <a:gd name="f2088" fmla="*/ f1646 1 f945"/>
                <a:gd name="f2089" fmla="*/ f1647 1 f946"/>
                <a:gd name="f2090" fmla="*/ f1648 1 f945"/>
                <a:gd name="f2091" fmla="*/ f1649 1 f946"/>
                <a:gd name="f2092" fmla="*/ f1650 1 f945"/>
                <a:gd name="f2093" fmla="*/ f1651 1 f946"/>
                <a:gd name="f2094" fmla="*/ f1652 1 f945"/>
                <a:gd name="f2095" fmla="*/ f1653 1 f946"/>
                <a:gd name="f2096" fmla="*/ f1654 1 f945"/>
                <a:gd name="f2097" fmla="*/ f1655 1 f946"/>
                <a:gd name="f2098" fmla="*/ f1656 1 f945"/>
                <a:gd name="f2099" fmla="*/ f1657 1 f946"/>
                <a:gd name="f2100" fmla="*/ f1658 1 f945"/>
                <a:gd name="f2101" fmla="*/ f1659 1 f946"/>
                <a:gd name="f2102" fmla="*/ f1660 1 f945"/>
                <a:gd name="f2103" fmla="*/ f1661 1 f946"/>
                <a:gd name="f2104" fmla="*/ f1662 1 f945"/>
                <a:gd name="f2105" fmla="*/ f1663 1 f946"/>
                <a:gd name="f2106" fmla="*/ f1664 1 f945"/>
                <a:gd name="f2107" fmla="*/ f1665 1 f946"/>
                <a:gd name="f2108" fmla="*/ f1666 1 f945"/>
                <a:gd name="f2109" fmla="*/ f1667 1 f946"/>
                <a:gd name="f2110" fmla="*/ f1668 1 f945"/>
                <a:gd name="f2111" fmla="*/ f1669 1 f946"/>
                <a:gd name="f2112" fmla="*/ f1670 1 f945"/>
                <a:gd name="f2113" fmla="*/ f1671 1 f946"/>
                <a:gd name="f2114" fmla="*/ f1672 1 f945"/>
                <a:gd name="f2115" fmla="*/ f1673 1 f946"/>
                <a:gd name="f2116" fmla="*/ f1674 1 f945"/>
                <a:gd name="f2117" fmla="*/ f1675 1 f946"/>
                <a:gd name="f2118" fmla="*/ f1676 1 f945"/>
                <a:gd name="f2119" fmla="*/ f1677 1 f946"/>
                <a:gd name="f2120" fmla="*/ f1678 1 f945"/>
                <a:gd name="f2121" fmla="*/ f1679 1 f946"/>
                <a:gd name="f2122" fmla="*/ f1680 1 f945"/>
                <a:gd name="f2123" fmla="*/ f1681 1 f946"/>
                <a:gd name="f2124" fmla="*/ f1682 1 f945"/>
                <a:gd name="f2125" fmla="*/ f1683 1 f946"/>
                <a:gd name="f2126" fmla="*/ f1684 1 f945"/>
                <a:gd name="f2127" fmla="*/ f1685 1 f946"/>
                <a:gd name="f2128" fmla="*/ f1686 1 f945"/>
                <a:gd name="f2129" fmla="*/ f1687 1 f946"/>
                <a:gd name="f2130" fmla="*/ f1688 1 f945"/>
                <a:gd name="f2131" fmla="*/ f1689 1 f946"/>
                <a:gd name="f2132" fmla="*/ f1690 1 f945"/>
                <a:gd name="f2133" fmla="*/ f1691 1 f946"/>
                <a:gd name="f2134" fmla="*/ f1692 1 f945"/>
                <a:gd name="f2135" fmla="*/ f1693 1 f946"/>
                <a:gd name="f2136" fmla="*/ f1694 1 f945"/>
                <a:gd name="f2137" fmla="*/ f1695 1 f946"/>
                <a:gd name="f2138" fmla="*/ f1696 1 f945"/>
                <a:gd name="f2139" fmla="*/ f1697 1 f946"/>
                <a:gd name="f2140" fmla="*/ f1698 1 f945"/>
                <a:gd name="f2141" fmla="*/ f1699 1 f946"/>
                <a:gd name="f2142" fmla="*/ f1700 1 f945"/>
                <a:gd name="f2143" fmla="*/ f1701 1 f946"/>
                <a:gd name="f2144" fmla="*/ f1702 1 f945"/>
                <a:gd name="f2145" fmla="*/ f1703 1 f946"/>
                <a:gd name="f2146" fmla="*/ f1704 1 f945"/>
                <a:gd name="f2147" fmla="*/ f1705 1 f946"/>
                <a:gd name="f2148" fmla="*/ f1706 1 f945"/>
                <a:gd name="f2149" fmla="*/ f1707 1 f946"/>
                <a:gd name="f2150" fmla="*/ f1708 1 f945"/>
                <a:gd name="f2151" fmla="*/ f1709 1 f946"/>
                <a:gd name="f2152" fmla="*/ f1710 1 f945"/>
                <a:gd name="f2153" fmla="*/ f1711 1 f946"/>
                <a:gd name="f2154" fmla="*/ f1712 1 f945"/>
                <a:gd name="f2155" fmla="*/ f1713 1 f946"/>
                <a:gd name="f2156" fmla="*/ f1714 1 f945"/>
                <a:gd name="f2157" fmla="*/ f1715 1 f946"/>
                <a:gd name="f2158" fmla="*/ f1716 1 f945"/>
                <a:gd name="f2159" fmla="*/ f1717 1 f946"/>
                <a:gd name="f2160" fmla="*/ f1718 1 f945"/>
                <a:gd name="f2161" fmla="*/ f1719 1 f946"/>
                <a:gd name="f2162" fmla="*/ f1720 1 f945"/>
                <a:gd name="f2163" fmla="*/ f1721 1 f946"/>
                <a:gd name="f2164" fmla="*/ f1722 1 f945"/>
                <a:gd name="f2165" fmla="*/ f1723 1 f946"/>
                <a:gd name="f2166" fmla="*/ f1724 1 f945"/>
                <a:gd name="f2167" fmla="*/ f1725 1 f946"/>
                <a:gd name="f2168" fmla="*/ f1726 1 f945"/>
                <a:gd name="f2169" fmla="*/ f1727 1 f946"/>
                <a:gd name="f2170" fmla="*/ f1728 1 f945"/>
                <a:gd name="f2171" fmla="*/ f1729 1 f946"/>
                <a:gd name="f2172" fmla="*/ f1730 1 f945"/>
                <a:gd name="f2173" fmla="*/ f1731 1 f946"/>
                <a:gd name="f2174" fmla="*/ f1732 1 f945"/>
                <a:gd name="f2175" fmla="*/ f1733 1 f946"/>
                <a:gd name="f2176" fmla="*/ f1734 1 f945"/>
                <a:gd name="f2177" fmla="*/ f1735 1 f946"/>
                <a:gd name="f2178" fmla="*/ f1736 1 f945"/>
                <a:gd name="f2179" fmla="*/ f1737 1 f946"/>
                <a:gd name="f2180" fmla="*/ f1738 1 f945"/>
                <a:gd name="f2181" fmla="*/ f1739 1 f946"/>
                <a:gd name="f2182" fmla="*/ f1740 1 f945"/>
                <a:gd name="f2183" fmla="*/ f1741 1 f946"/>
                <a:gd name="f2184" fmla="*/ f1742 1 f945"/>
                <a:gd name="f2185" fmla="*/ f1743 1 f946"/>
                <a:gd name="f2186" fmla="*/ f1744 1 f945"/>
                <a:gd name="f2187" fmla="*/ f1745 1 f945"/>
                <a:gd name="f2188" fmla="*/ f1746 1 f945"/>
                <a:gd name="f2189" fmla="*/ f1747 1 f946"/>
                <a:gd name="f2190" fmla="*/ f1748 1 f945"/>
                <a:gd name="f2191" fmla="*/ f1749 1 f946"/>
                <a:gd name="f2192" fmla="*/ f1750 1 f945"/>
                <a:gd name="f2193" fmla="*/ f1751 1 f946"/>
                <a:gd name="f2194" fmla="*/ f1752 1 f945"/>
                <a:gd name="f2195" fmla="*/ f1753 1 f946"/>
                <a:gd name="f2196" fmla="*/ f1754 1 f945"/>
                <a:gd name="f2197" fmla="*/ f1755 1 f946"/>
                <a:gd name="f2198" fmla="*/ f1756 1 f945"/>
                <a:gd name="f2199" fmla="*/ f1757 1 f946"/>
                <a:gd name="f2200" fmla="*/ f1758 1 f945"/>
                <a:gd name="f2201" fmla="*/ f1759 1 f946"/>
                <a:gd name="f2202" fmla="*/ f1760 1 f945"/>
                <a:gd name="f2203" fmla="*/ f1761 1 f946"/>
                <a:gd name="f2204" fmla="*/ f1762 1 f945"/>
                <a:gd name="f2205" fmla="*/ f1763 1 f946"/>
                <a:gd name="f2206" fmla="*/ f1764 1 f945"/>
                <a:gd name="f2207" fmla="*/ f1765 1 f946"/>
                <a:gd name="f2208" fmla="*/ f1766 1 f945"/>
                <a:gd name="f2209" fmla="*/ f1767 1 f946"/>
                <a:gd name="f2210" fmla="*/ f1768 1 f945"/>
                <a:gd name="f2211" fmla="*/ f1769 1 f946"/>
                <a:gd name="f2212" fmla="*/ f1770 1 f945"/>
                <a:gd name="f2213" fmla="*/ f1771 1 f946"/>
                <a:gd name="f2214" fmla="*/ f1772 1 f945"/>
                <a:gd name="f2215" fmla="*/ f1773 1 f946"/>
                <a:gd name="f2216" fmla="*/ f1774 1 f945"/>
                <a:gd name="f2217" fmla="*/ f1775 1 f946"/>
                <a:gd name="f2218" fmla="*/ f1776 1 f945"/>
                <a:gd name="f2219" fmla="*/ f1777 1 f946"/>
                <a:gd name="f2220" fmla="*/ f1778 1 f945"/>
                <a:gd name="f2221" fmla="*/ f1779 1 f946"/>
                <a:gd name="f2222" fmla="*/ f1780 1 f945"/>
                <a:gd name="f2223" fmla="*/ f1781 1 f945"/>
                <a:gd name="f2224" fmla="*/ f1782 1 f945"/>
                <a:gd name="f2225" fmla="*/ f1783 1 f946"/>
                <a:gd name="f2226" fmla="*/ f1784 1 f945"/>
                <a:gd name="f2227" fmla="*/ f1785 1 f946"/>
                <a:gd name="f2228" fmla="*/ f1786 1 f945"/>
                <a:gd name="f2229" fmla="*/ f1787 1 f946"/>
                <a:gd name="f2230" fmla="*/ f1788 1 f945"/>
                <a:gd name="f2231" fmla="*/ f1789 1 f946"/>
                <a:gd name="f2232" fmla="*/ f1790 1 f945"/>
                <a:gd name="f2233" fmla="*/ f1791 1 f946"/>
                <a:gd name="f2234" fmla="*/ f1792 1 f945"/>
                <a:gd name="f2235" fmla="*/ f1793 1 f946"/>
                <a:gd name="f2236" fmla="*/ f1794 1 f945"/>
                <a:gd name="f2237" fmla="*/ f1795 1 f946"/>
                <a:gd name="f2238" fmla="*/ f1796 1 f945"/>
                <a:gd name="f2239" fmla="*/ f1797 1 f946"/>
                <a:gd name="f2240" fmla="*/ f1798 1 f945"/>
                <a:gd name="f2241" fmla="*/ f1799 1 f946"/>
                <a:gd name="f2242" fmla="*/ f1800 1 f945"/>
                <a:gd name="f2243" fmla="*/ f1801 1 f946"/>
                <a:gd name="f2244" fmla="*/ f1802 1 f945"/>
                <a:gd name="f2245" fmla="*/ f1803 1 f946"/>
                <a:gd name="f2246" fmla="*/ f1804 1 f945"/>
                <a:gd name="f2247" fmla="*/ f1805 1 f946"/>
                <a:gd name="f2248" fmla="*/ f1806 1 f945"/>
                <a:gd name="f2249" fmla="*/ f1807 1 f946"/>
                <a:gd name="f2250" fmla="*/ f1808 1 f945"/>
                <a:gd name="f2251" fmla="*/ f1809 1 f946"/>
                <a:gd name="f2252" fmla="*/ f1810 1 f945"/>
                <a:gd name="f2253" fmla="*/ f1811 1 f946"/>
                <a:gd name="f2254" fmla="*/ f1812 1 f945"/>
                <a:gd name="f2255" fmla="*/ f1813 1 f946"/>
                <a:gd name="f2256" fmla="*/ f1814 1 f945"/>
                <a:gd name="f2257" fmla="*/ f1815 1 f946"/>
                <a:gd name="f2258" fmla="*/ f1816 1 f945"/>
                <a:gd name="f2259" fmla="*/ f1817 1 f946"/>
                <a:gd name="f2260" fmla="*/ f1818 1 f945"/>
                <a:gd name="f2261" fmla="*/ f1819 1 f946"/>
                <a:gd name="f2262" fmla="*/ f1820 1 f945"/>
                <a:gd name="f2263" fmla="*/ f1821 1 f946"/>
                <a:gd name="f2264" fmla="*/ f1822 f940 1"/>
                <a:gd name="f2265" fmla="*/ f1823 f940 1"/>
                <a:gd name="f2266" fmla="*/ f1825 f941 1"/>
                <a:gd name="f2267" fmla="*/ f1824 f941 1"/>
                <a:gd name="f2268" fmla="*/ f1827 f940 1"/>
                <a:gd name="f2269" fmla="*/ f1828 f941 1"/>
                <a:gd name="f2270" fmla="*/ f1829 f940 1"/>
                <a:gd name="f2271" fmla="*/ f1830 f940 1"/>
                <a:gd name="f2272" fmla="*/ f1831 f941 1"/>
                <a:gd name="f2273" fmla="*/ f1832 f940 1"/>
                <a:gd name="f2274" fmla="*/ f1833 f941 1"/>
                <a:gd name="f2275" fmla="*/ f1834 f940 1"/>
                <a:gd name="f2276" fmla="*/ f1835 f941 1"/>
                <a:gd name="f2277" fmla="*/ f1836 f940 1"/>
                <a:gd name="f2278" fmla="*/ f1837 f941 1"/>
                <a:gd name="f2279" fmla="*/ f1838 f940 1"/>
                <a:gd name="f2280" fmla="*/ f1839 f941 1"/>
                <a:gd name="f2281" fmla="*/ f1840 f940 1"/>
                <a:gd name="f2282" fmla="*/ f1841 f941 1"/>
                <a:gd name="f2283" fmla="*/ f1842 f940 1"/>
                <a:gd name="f2284" fmla="*/ f1843 f941 1"/>
                <a:gd name="f2285" fmla="*/ f1844 f940 1"/>
                <a:gd name="f2286" fmla="*/ f1845 f941 1"/>
                <a:gd name="f2287" fmla="*/ f1846 f940 1"/>
                <a:gd name="f2288" fmla="*/ f1847 f941 1"/>
                <a:gd name="f2289" fmla="*/ f1848 f940 1"/>
                <a:gd name="f2290" fmla="*/ f1849 f941 1"/>
                <a:gd name="f2291" fmla="*/ f1850 f940 1"/>
                <a:gd name="f2292" fmla="*/ f1851 f941 1"/>
                <a:gd name="f2293" fmla="*/ f1852 f940 1"/>
                <a:gd name="f2294" fmla="*/ f1853 f941 1"/>
                <a:gd name="f2295" fmla="*/ f1854 f940 1"/>
                <a:gd name="f2296" fmla="*/ f1855 f941 1"/>
                <a:gd name="f2297" fmla="*/ f1856 f940 1"/>
                <a:gd name="f2298" fmla="*/ f1857 f941 1"/>
                <a:gd name="f2299" fmla="*/ f1858 f940 1"/>
                <a:gd name="f2300" fmla="*/ f1859 f941 1"/>
                <a:gd name="f2301" fmla="*/ f1860 f940 1"/>
                <a:gd name="f2302" fmla="*/ f1861 f941 1"/>
                <a:gd name="f2303" fmla="*/ f1862 f940 1"/>
                <a:gd name="f2304" fmla="*/ f1863 f941 1"/>
                <a:gd name="f2305" fmla="*/ f1864 f940 1"/>
                <a:gd name="f2306" fmla="*/ f1865 f941 1"/>
                <a:gd name="f2307" fmla="*/ f1866 f940 1"/>
                <a:gd name="f2308" fmla="*/ f1867 f941 1"/>
                <a:gd name="f2309" fmla="*/ f1868 f940 1"/>
                <a:gd name="f2310" fmla="*/ f1869 f941 1"/>
                <a:gd name="f2311" fmla="*/ f1870 f940 1"/>
                <a:gd name="f2312" fmla="*/ f1871 f941 1"/>
                <a:gd name="f2313" fmla="*/ f1872 f940 1"/>
                <a:gd name="f2314" fmla="*/ f1873 f941 1"/>
                <a:gd name="f2315" fmla="*/ f1874 f940 1"/>
                <a:gd name="f2316" fmla="*/ f1875 f941 1"/>
                <a:gd name="f2317" fmla="*/ f1876 f940 1"/>
                <a:gd name="f2318" fmla="*/ f1877 f941 1"/>
                <a:gd name="f2319" fmla="*/ f1878 f940 1"/>
                <a:gd name="f2320" fmla="*/ f1879 f941 1"/>
                <a:gd name="f2321" fmla="*/ f1880 f940 1"/>
                <a:gd name="f2322" fmla="*/ f1881 f941 1"/>
                <a:gd name="f2323" fmla="*/ f1882 f940 1"/>
                <a:gd name="f2324" fmla="*/ f1883 f941 1"/>
                <a:gd name="f2325" fmla="*/ f1884 f940 1"/>
                <a:gd name="f2326" fmla="*/ f1885 f941 1"/>
                <a:gd name="f2327" fmla="*/ f1886 f940 1"/>
                <a:gd name="f2328" fmla="*/ f1887 f941 1"/>
                <a:gd name="f2329" fmla="*/ f1888 f940 1"/>
                <a:gd name="f2330" fmla="*/ f1889 f941 1"/>
                <a:gd name="f2331" fmla="*/ f1890 f940 1"/>
                <a:gd name="f2332" fmla="*/ f1891 f941 1"/>
                <a:gd name="f2333" fmla="*/ f1892 f940 1"/>
                <a:gd name="f2334" fmla="*/ f1893 f941 1"/>
                <a:gd name="f2335" fmla="*/ f1894 f940 1"/>
                <a:gd name="f2336" fmla="*/ f1895 f941 1"/>
                <a:gd name="f2337" fmla="*/ f1896 f940 1"/>
                <a:gd name="f2338" fmla="*/ f1897 f941 1"/>
                <a:gd name="f2339" fmla="*/ f1898 f940 1"/>
                <a:gd name="f2340" fmla="*/ f1899 f941 1"/>
                <a:gd name="f2341" fmla="*/ f1900 f940 1"/>
                <a:gd name="f2342" fmla="*/ f1901 f941 1"/>
                <a:gd name="f2343" fmla="*/ f1902 f940 1"/>
                <a:gd name="f2344" fmla="*/ f1903 f941 1"/>
                <a:gd name="f2345" fmla="*/ f1904 f940 1"/>
                <a:gd name="f2346" fmla="*/ f1905 f941 1"/>
                <a:gd name="f2347" fmla="*/ f1906 f940 1"/>
                <a:gd name="f2348" fmla="*/ f1907 f941 1"/>
                <a:gd name="f2349" fmla="*/ f1908 f940 1"/>
                <a:gd name="f2350" fmla="*/ f1909 f941 1"/>
                <a:gd name="f2351" fmla="*/ f1910 f940 1"/>
                <a:gd name="f2352" fmla="*/ f1911 f941 1"/>
                <a:gd name="f2353" fmla="*/ f1912 f940 1"/>
                <a:gd name="f2354" fmla="*/ f1913 f941 1"/>
                <a:gd name="f2355" fmla="*/ f1914 f940 1"/>
                <a:gd name="f2356" fmla="*/ f1915 f941 1"/>
                <a:gd name="f2357" fmla="*/ f1916 f940 1"/>
                <a:gd name="f2358" fmla="*/ f1917 f941 1"/>
                <a:gd name="f2359" fmla="*/ f1918 f940 1"/>
                <a:gd name="f2360" fmla="*/ f1919 f941 1"/>
                <a:gd name="f2361" fmla="*/ f1920 f940 1"/>
                <a:gd name="f2362" fmla="*/ f1921 f941 1"/>
                <a:gd name="f2363" fmla="*/ f1922 f940 1"/>
                <a:gd name="f2364" fmla="*/ f1923 f941 1"/>
                <a:gd name="f2365" fmla="*/ f1924 f940 1"/>
                <a:gd name="f2366" fmla="*/ f1925 f941 1"/>
                <a:gd name="f2367" fmla="*/ f1926 f940 1"/>
                <a:gd name="f2368" fmla="*/ f1927 f941 1"/>
                <a:gd name="f2369" fmla="*/ f1928 f940 1"/>
                <a:gd name="f2370" fmla="*/ f1929 f941 1"/>
                <a:gd name="f2371" fmla="*/ f1930 f940 1"/>
                <a:gd name="f2372" fmla="*/ f1931 f941 1"/>
                <a:gd name="f2373" fmla="*/ f1932 f940 1"/>
                <a:gd name="f2374" fmla="*/ f1933 f941 1"/>
                <a:gd name="f2375" fmla="*/ f1934 f940 1"/>
                <a:gd name="f2376" fmla="*/ f1935 f941 1"/>
                <a:gd name="f2377" fmla="*/ f1936 f940 1"/>
                <a:gd name="f2378" fmla="*/ f1937 f941 1"/>
                <a:gd name="f2379" fmla="*/ f1938 f940 1"/>
                <a:gd name="f2380" fmla="*/ f1939 f941 1"/>
                <a:gd name="f2381" fmla="*/ f1940 f940 1"/>
                <a:gd name="f2382" fmla="*/ f1941 f941 1"/>
                <a:gd name="f2383" fmla="*/ f1942 f940 1"/>
                <a:gd name="f2384" fmla="*/ f1943 f941 1"/>
                <a:gd name="f2385" fmla="*/ f1944 f940 1"/>
                <a:gd name="f2386" fmla="*/ f1945 f941 1"/>
                <a:gd name="f2387" fmla="*/ f1946 f941 1"/>
                <a:gd name="f2388" fmla="*/ f1947 f940 1"/>
                <a:gd name="f2389" fmla="*/ f1948 f941 1"/>
                <a:gd name="f2390" fmla="*/ f1949 f940 1"/>
                <a:gd name="f2391" fmla="*/ f1950 f941 1"/>
                <a:gd name="f2392" fmla="*/ f1951 f940 1"/>
                <a:gd name="f2393" fmla="*/ f1952 f941 1"/>
                <a:gd name="f2394" fmla="*/ f1953 f940 1"/>
                <a:gd name="f2395" fmla="*/ f1954 f941 1"/>
                <a:gd name="f2396" fmla="*/ f1955 f940 1"/>
                <a:gd name="f2397" fmla="*/ f1956 f941 1"/>
                <a:gd name="f2398" fmla="*/ f1957 f940 1"/>
                <a:gd name="f2399" fmla="*/ f1958 f941 1"/>
                <a:gd name="f2400" fmla="*/ f1959 f940 1"/>
                <a:gd name="f2401" fmla="*/ f1960 f941 1"/>
                <a:gd name="f2402" fmla="*/ f1961 f940 1"/>
                <a:gd name="f2403" fmla="*/ f1962 f941 1"/>
                <a:gd name="f2404" fmla="*/ f1963 f940 1"/>
                <a:gd name="f2405" fmla="*/ f1964 f941 1"/>
                <a:gd name="f2406" fmla="*/ f1965 f940 1"/>
                <a:gd name="f2407" fmla="*/ f1966 f941 1"/>
                <a:gd name="f2408" fmla="*/ f1967 f940 1"/>
                <a:gd name="f2409" fmla="*/ f1968 f941 1"/>
                <a:gd name="f2410" fmla="*/ f1969 f940 1"/>
                <a:gd name="f2411" fmla="*/ f1970 f941 1"/>
                <a:gd name="f2412" fmla="*/ f1971 f940 1"/>
                <a:gd name="f2413" fmla="*/ f1972 f941 1"/>
                <a:gd name="f2414" fmla="*/ f1973 f940 1"/>
                <a:gd name="f2415" fmla="*/ f1974 f941 1"/>
                <a:gd name="f2416" fmla="*/ f1975 f940 1"/>
                <a:gd name="f2417" fmla="*/ f1976 f941 1"/>
                <a:gd name="f2418" fmla="*/ f1977 f940 1"/>
                <a:gd name="f2419" fmla="*/ f1978 f941 1"/>
                <a:gd name="f2420" fmla="*/ f1979 f940 1"/>
                <a:gd name="f2421" fmla="*/ f1980 f941 1"/>
                <a:gd name="f2422" fmla="*/ f1981 f940 1"/>
                <a:gd name="f2423" fmla="*/ f1982 f941 1"/>
                <a:gd name="f2424" fmla="*/ f1983 f940 1"/>
                <a:gd name="f2425" fmla="*/ f1984 f941 1"/>
                <a:gd name="f2426" fmla="*/ f1985 f940 1"/>
                <a:gd name="f2427" fmla="*/ f1986 f941 1"/>
                <a:gd name="f2428" fmla="*/ f1987 f940 1"/>
                <a:gd name="f2429" fmla="*/ f1988 f941 1"/>
                <a:gd name="f2430" fmla="*/ f1989 f940 1"/>
                <a:gd name="f2431" fmla="*/ f1990 f941 1"/>
                <a:gd name="f2432" fmla="*/ f1991 f940 1"/>
                <a:gd name="f2433" fmla="*/ f1992 f941 1"/>
                <a:gd name="f2434" fmla="*/ f1993 f940 1"/>
                <a:gd name="f2435" fmla="*/ f1994 f941 1"/>
                <a:gd name="f2436" fmla="*/ f1995 f940 1"/>
                <a:gd name="f2437" fmla="*/ f1996 f941 1"/>
                <a:gd name="f2438" fmla="*/ f1997 f940 1"/>
                <a:gd name="f2439" fmla="*/ f1998 f941 1"/>
                <a:gd name="f2440" fmla="*/ f1999 f940 1"/>
                <a:gd name="f2441" fmla="*/ f2000 f941 1"/>
                <a:gd name="f2442" fmla="*/ f2001 f940 1"/>
                <a:gd name="f2443" fmla="*/ f2002 f941 1"/>
                <a:gd name="f2444" fmla="*/ f2003 f940 1"/>
                <a:gd name="f2445" fmla="*/ f2004 f941 1"/>
                <a:gd name="f2446" fmla="*/ f2005 f940 1"/>
                <a:gd name="f2447" fmla="*/ f2006 f941 1"/>
                <a:gd name="f2448" fmla="*/ f2007 f940 1"/>
                <a:gd name="f2449" fmla="*/ f2008 f940 1"/>
                <a:gd name="f2450" fmla="*/ f2009 f941 1"/>
                <a:gd name="f2451" fmla="*/ f2010 f940 1"/>
                <a:gd name="f2452" fmla="*/ f2011 f941 1"/>
                <a:gd name="f2453" fmla="*/ f2012 f940 1"/>
                <a:gd name="f2454" fmla="*/ f2013 f941 1"/>
                <a:gd name="f2455" fmla="*/ f2014 f940 1"/>
                <a:gd name="f2456" fmla="*/ f2015 f941 1"/>
                <a:gd name="f2457" fmla="*/ f2016 f940 1"/>
                <a:gd name="f2458" fmla="*/ f2017 f941 1"/>
                <a:gd name="f2459" fmla="*/ f2018 f940 1"/>
                <a:gd name="f2460" fmla="*/ f2019 f941 1"/>
                <a:gd name="f2461" fmla="*/ f2020 f940 1"/>
                <a:gd name="f2462" fmla="*/ f2021 f941 1"/>
                <a:gd name="f2463" fmla="*/ f2022 f940 1"/>
                <a:gd name="f2464" fmla="*/ f2023 f941 1"/>
                <a:gd name="f2465" fmla="*/ f2024 f940 1"/>
                <a:gd name="f2466" fmla="*/ f2025 f941 1"/>
                <a:gd name="f2467" fmla="*/ f2026 f940 1"/>
                <a:gd name="f2468" fmla="*/ f2027 f941 1"/>
                <a:gd name="f2469" fmla="*/ f2028 f940 1"/>
                <a:gd name="f2470" fmla="*/ f2029 f941 1"/>
                <a:gd name="f2471" fmla="*/ f2030 f940 1"/>
                <a:gd name="f2472" fmla="*/ f2031 f941 1"/>
                <a:gd name="f2473" fmla="*/ f2032 f940 1"/>
                <a:gd name="f2474" fmla="*/ f2033 f941 1"/>
                <a:gd name="f2475" fmla="*/ f2034 f940 1"/>
                <a:gd name="f2476" fmla="*/ f2035 f941 1"/>
                <a:gd name="f2477" fmla="*/ f2036 f940 1"/>
                <a:gd name="f2478" fmla="*/ f2037 f941 1"/>
                <a:gd name="f2479" fmla="*/ f2038 f940 1"/>
                <a:gd name="f2480" fmla="*/ f2039 f941 1"/>
                <a:gd name="f2481" fmla="*/ f2040 f940 1"/>
                <a:gd name="f2482" fmla="*/ f2041 f941 1"/>
                <a:gd name="f2483" fmla="*/ f2042 f940 1"/>
                <a:gd name="f2484" fmla="*/ f2043 f941 1"/>
                <a:gd name="f2485" fmla="*/ f2044 f940 1"/>
                <a:gd name="f2486" fmla="*/ f2045 f941 1"/>
                <a:gd name="f2487" fmla="*/ f2046 f940 1"/>
                <a:gd name="f2488" fmla="*/ f2047 f941 1"/>
                <a:gd name="f2489" fmla="*/ f2048 f940 1"/>
                <a:gd name="f2490" fmla="*/ f2049 f941 1"/>
                <a:gd name="f2491" fmla="*/ f2050 f940 1"/>
                <a:gd name="f2492" fmla="*/ f2051 f941 1"/>
                <a:gd name="f2493" fmla="*/ f2052 f940 1"/>
                <a:gd name="f2494" fmla="*/ f2053 f941 1"/>
                <a:gd name="f2495" fmla="*/ f2054 f940 1"/>
                <a:gd name="f2496" fmla="*/ f2055 f941 1"/>
                <a:gd name="f2497" fmla="*/ f2056 f940 1"/>
                <a:gd name="f2498" fmla="*/ f2057 f941 1"/>
                <a:gd name="f2499" fmla="*/ f2058 f940 1"/>
                <a:gd name="f2500" fmla="*/ f2059 f941 1"/>
                <a:gd name="f2501" fmla="*/ f2060 f940 1"/>
                <a:gd name="f2502" fmla="*/ f2061 f941 1"/>
                <a:gd name="f2503" fmla="*/ f2062 f940 1"/>
                <a:gd name="f2504" fmla="*/ f2063 f941 1"/>
                <a:gd name="f2505" fmla="*/ f2064 f940 1"/>
                <a:gd name="f2506" fmla="*/ f2065 f941 1"/>
                <a:gd name="f2507" fmla="*/ f2066 f940 1"/>
                <a:gd name="f2508" fmla="*/ f2067 f941 1"/>
                <a:gd name="f2509" fmla="*/ f2068 f940 1"/>
                <a:gd name="f2510" fmla="*/ f2069 f941 1"/>
                <a:gd name="f2511" fmla="*/ f2070 f940 1"/>
                <a:gd name="f2512" fmla="*/ f2071 f941 1"/>
                <a:gd name="f2513" fmla="*/ f2072 f940 1"/>
                <a:gd name="f2514" fmla="*/ f2073 f941 1"/>
                <a:gd name="f2515" fmla="*/ f2074 f940 1"/>
                <a:gd name="f2516" fmla="*/ f2075 f941 1"/>
                <a:gd name="f2517" fmla="*/ f2076 f940 1"/>
                <a:gd name="f2518" fmla="*/ f2077 f941 1"/>
                <a:gd name="f2519" fmla="*/ f2078 f940 1"/>
                <a:gd name="f2520" fmla="*/ f2079 f941 1"/>
                <a:gd name="f2521" fmla="*/ f2080 f940 1"/>
                <a:gd name="f2522" fmla="*/ f2081 f941 1"/>
                <a:gd name="f2523" fmla="*/ f2082 f940 1"/>
                <a:gd name="f2524" fmla="*/ f2083 f941 1"/>
                <a:gd name="f2525" fmla="*/ f2084 f940 1"/>
                <a:gd name="f2526" fmla="*/ f2085 f941 1"/>
                <a:gd name="f2527" fmla="*/ f2086 f940 1"/>
                <a:gd name="f2528" fmla="*/ f2087 f941 1"/>
                <a:gd name="f2529" fmla="*/ f2088 f940 1"/>
                <a:gd name="f2530" fmla="*/ f2089 f941 1"/>
                <a:gd name="f2531" fmla="*/ f2090 f940 1"/>
                <a:gd name="f2532" fmla="*/ f2091 f941 1"/>
                <a:gd name="f2533" fmla="*/ f2092 f940 1"/>
                <a:gd name="f2534" fmla="*/ f2093 f941 1"/>
                <a:gd name="f2535" fmla="*/ f2094 f940 1"/>
                <a:gd name="f2536" fmla="*/ f2095 f941 1"/>
                <a:gd name="f2537" fmla="*/ f2096 f940 1"/>
                <a:gd name="f2538" fmla="*/ f2097 f941 1"/>
                <a:gd name="f2539" fmla="*/ f2098 f940 1"/>
                <a:gd name="f2540" fmla="*/ f2099 f941 1"/>
                <a:gd name="f2541" fmla="*/ f2100 f940 1"/>
                <a:gd name="f2542" fmla="*/ f2101 f941 1"/>
                <a:gd name="f2543" fmla="*/ f2102 f940 1"/>
                <a:gd name="f2544" fmla="*/ f2103 f941 1"/>
                <a:gd name="f2545" fmla="*/ f2104 f940 1"/>
                <a:gd name="f2546" fmla="*/ f2105 f941 1"/>
                <a:gd name="f2547" fmla="*/ f2106 f940 1"/>
                <a:gd name="f2548" fmla="*/ f2107 f941 1"/>
                <a:gd name="f2549" fmla="*/ f2108 f940 1"/>
                <a:gd name="f2550" fmla="*/ f2109 f941 1"/>
                <a:gd name="f2551" fmla="*/ f2110 f940 1"/>
                <a:gd name="f2552" fmla="*/ f2111 f941 1"/>
                <a:gd name="f2553" fmla="*/ f2112 f940 1"/>
                <a:gd name="f2554" fmla="*/ f2113 f941 1"/>
                <a:gd name="f2555" fmla="*/ f2114 f940 1"/>
                <a:gd name="f2556" fmla="*/ f2115 f941 1"/>
                <a:gd name="f2557" fmla="*/ f2116 f940 1"/>
                <a:gd name="f2558" fmla="*/ f2117 f941 1"/>
                <a:gd name="f2559" fmla="*/ f2118 f940 1"/>
                <a:gd name="f2560" fmla="*/ f2119 f941 1"/>
                <a:gd name="f2561" fmla="*/ f2120 f940 1"/>
                <a:gd name="f2562" fmla="*/ f2121 f941 1"/>
                <a:gd name="f2563" fmla="*/ f2122 f940 1"/>
                <a:gd name="f2564" fmla="*/ f2123 f941 1"/>
                <a:gd name="f2565" fmla="*/ f2124 f940 1"/>
                <a:gd name="f2566" fmla="*/ f2125 f941 1"/>
                <a:gd name="f2567" fmla="*/ f2126 f940 1"/>
                <a:gd name="f2568" fmla="*/ f2127 f941 1"/>
                <a:gd name="f2569" fmla="*/ f2128 f940 1"/>
                <a:gd name="f2570" fmla="*/ f2129 f941 1"/>
                <a:gd name="f2571" fmla="*/ f2130 f940 1"/>
                <a:gd name="f2572" fmla="*/ f2131 f941 1"/>
                <a:gd name="f2573" fmla="*/ f2132 f940 1"/>
                <a:gd name="f2574" fmla="*/ f2133 f941 1"/>
                <a:gd name="f2575" fmla="*/ f2134 f940 1"/>
                <a:gd name="f2576" fmla="*/ f2135 f941 1"/>
                <a:gd name="f2577" fmla="*/ f2136 f940 1"/>
                <a:gd name="f2578" fmla="*/ f2137 f941 1"/>
                <a:gd name="f2579" fmla="*/ f2138 f940 1"/>
                <a:gd name="f2580" fmla="*/ f2139 f941 1"/>
                <a:gd name="f2581" fmla="*/ f2140 f940 1"/>
                <a:gd name="f2582" fmla="*/ f2141 f941 1"/>
                <a:gd name="f2583" fmla="*/ f2142 f940 1"/>
                <a:gd name="f2584" fmla="*/ f2143 f941 1"/>
                <a:gd name="f2585" fmla="*/ f2144 f940 1"/>
                <a:gd name="f2586" fmla="*/ f2145 f941 1"/>
                <a:gd name="f2587" fmla="*/ f2146 f940 1"/>
                <a:gd name="f2588" fmla="*/ f2147 f941 1"/>
                <a:gd name="f2589" fmla="*/ f2148 f940 1"/>
                <a:gd name="f2590" fmla="*/ f2149 f941 1"/>
                <a:gd name="f2591" fmla="*/ f2150 f940 1"/>
                <a:gd name="f2592" fmla="*/ f2151 f941 1"/>
                <a:gd name="f2593" fmla="*/ f2152 f940 1"/>
                <a:gd name="f2594" fmla="*/ f2153 f941 1"/>
                <a:gd name="f2595" fmla="*/ f2154 f940 1"/>
                <a:gd name="f2596" fmla="*/ f2155 f941 1"/>
                <a:gd name="f2597" fmla="*/ f2156 f940 1"/>
                <a:gd name="f2598" fmla="*/ f2157 f941 1"/>
                <a:gd name="f2599" fmla="*/ f2158 f940 1"/>
                <a:gd name="f2600" fmla="*/ f2159 f941 1"/>
                <a:gd name="f2601" fmla="*/ f2160 f940 1"/>
                <a:gd name="f2602" fmla="*/ f2161 f941 1"/>
                <a:gd name="f2603" fmla="*/ f2162 f940 1"/>
                <a:gd name="f2604" fmla="*/ f2163 f941 1"/>
                <a:gd name="f2605" fmla="*/ f2164 f940 1"/>
                <a:gd name="f2606" fmla="*/ f2165 f941 1"/>
                <a:gd name="f2607" fmla="*/ f2166 f940 1"/>
                <a:gd name="f2608" fmla="*/ f2167 f941 1"/>
                <a:gd name="f2609" fmla="*/ f2168 f940 1"/>
                <a:gd name="f2610" fmla="*/ f2169 f941 1"/>
                <a:gd name="f2611" fmla="*/ f2170 f940 1"/>
                <a:gd name="f2612" fmla="*/ f2171 f941 1"/>
                <a:gd name="f2613" fmla="*/ f2172 f940 1"/>
                <a:gd name="f2614" fmla="*/ f2173 f941 1"/>
                <a:gd name="f2615" fmla="*/ f2174 f940 1"/>
                <a:gd name="f2616" fmla="*/ f2175 f941 1"/>
                <a:gd name="f2617" fmla="*/ f2176 f940 1"/>
                <a:gd name="f2618" fmla="*/ f2177 f941 1"/>
                <a:gd name="f2619" fmla="*/ f2178 f940 1"/>
                <a:gd name="f2620" fmla="*/ f2179 f941 1"/>
                <a:gd name="f2621" fmla="*/ f2180 f940 1"/>
                <a:gd name="f2622" fmla="*/ f2181 f941 1"/>
                <a:gd name="f2623" fmla="*/ f2182 f940 1"/>
                <a:gd name="f2624" fmla="*/ f2183 f941 1"/>
                <a:gd name="f2625" fmla="*/ f2184 f940 1"/>
                <a:gd name="f2626" fmla="*/ f2185 f941 1"/>
                <a:gd name="f2627" fmla="*/ f2186 f940 1"/>
                <a:gd name="f2628" fmla="*/ f2187 f940 1"/>
                <a:gd name="f2629" fmla="*/ f2188 f940 1"/>
                <a:gd name="f2630" fmla="*/ f2189 f941 1"/>
                <a:gd name="f2631" fmla="*/ f2190 f940 1"/>
                <a:gd name="f2632" fmla="*/ f2191 f941 1"/>
                <a:gd name="f2633" fmla="*/ f2192 f940 1"/>
                <a:gd name="f2634" fmla="*/ f2193 f941 1"/>
                <a:gd name="f2635" fmla="*/ f2194 f940 1"/>
                <a:gd name="f2636" fmla="*/ f2195 f941 1"/>
                <a:gd name="f2637" fmla="*/ f2196 f940 1"/>
                <a:gd name="f2638" fmla="*/ f2197 f941 1"/>
                <a:gd name="f2639" fmla="*/ f2198 f940 1"/>
                <a:gd name="f2640" fmla="*/ f2199 f941 1"/>
                <a:gd name="f2641" fmla="*/ f2200 f940 1"/>
                <a:gd name="f2642" fmla="*/ f2201 f941 1"/>
                <a:gd name="f2643" fmla="*/ f2202 f940 1"/>
                <a:gd name="f2644" fmla="*/ f2203 f941 1"/>
                <a:gd name="f2645" fmla="*/ f2204 f940 1"/>
                <a:gd name="f2646" fmla="*/ f2205 f941 1"/>
                <a:gd name="f2647" fmla="*/ f2206 f940 1"/>
                <a:gd name="f2648" fmla="*/ f2207 f941 1"/>
                <a:gd name="f2649" fmla="*/ f2208 f940 1"/>
                <a:gd name="f2650" fmla="*/ f2209 f941 1"/>
                <a:gd name="f2651" fmla="*/ f2210 f940 1"/>
                <a:gd name="f2652" fmla="*/ f2211 f941 1"/>
                <a:gd name="f2653" fmla="*/ f2212 f940 1"/>
                <a:gd name="f2654" fmla="*/ f2213 f941 1"/>
                <a:gd name="f2655" fmla="*/ f2214 f940 1"/>
                <a:gd name="f2656" fmla="*/ f2215 f941 1"/>
                <a:gd name="f2657" fmla="*/ f2216 f940 1"/>
                <a:gd name="f2658" fmla="*/ f2217 f941 1"/>
                <a:gd name="f2659" fmla="*/ f2218 f940 1"/>
                <a:gd name="f2660" fmla="*/ f2219 f941 1"/>
                <a:gd name="f2661" fmla="*/ f2220 f940 1"/>
                <a:gd name="f2662" fmla="*/ f2221 f941 1"/>
                <a:gd name="f2663" fmla="*/ f2222 f940 1"/>
                <a:gd name="f2664" fmla="*/ f2223 f940 1"/>
                <a:gd name="f2665" fmla="*/ f2224 f940 1"/>
                <a:gd name="f2666" fmla="*/ f2225 f941 1"/>
                <a:gd name="f2667" fmla="*/ f2226 f940 1"/>
                <a:gd name="f2668" fmla="*/ f2227 f941 1"/>
                <a:gd name="f2669" fmla="*/ f2228 f940 1"/>
                <a:gd name="f2670" fmla="*/ f2229 f941 1"/>
                <a:gd name="f2671" fmla="*/ f2230 f940 1"/>
                <a:gd name="f2672" fmla="*/ f2231 f941 1"/>
                <a:gd name="f2673" fmla="*/ f2232 f940 1"/>
                <a:gd name="f2674" fmla="*/ f2233 f941 1"/>
                <a:gd name="f2675" fmla="*/ f2234 f940 1"/>
                <a:gd name="f2676" fmla="*/ f2235 f941 1"/>
                <a:gd name="f2677" fmla="*/ f2236 f940 1"/>
                <a:gd name="f2678" fmla="*/ f2237 f941 1"/>
                <a:gd name="f2679" fmla="*/ f2238 f940 1"/>
                <a:gd name="f2680" fmla="*/ f2239 f941 1"/>
                <a:gd name="f2681" fmla="*/ f2240 f940 1"/>
                <a:gd name="f2682" fmla="*/ f2241 f941 1"/>
                <a:gd name="f2683" fmla="*/ f2242 f940 1"/>
                <a:gd name="f2684" fmla="*/ f2243 f941 1"/>
                <a:gd name="f2685" fmla="*/ f2244 f940 1"/>
                <a:gd name="f2686" fmla="*/ f2245 f941 1"/>
                <a:gd name="f2687" fmla="*/ f2246 f940 1"/>
                <a:gd name="f2688" fmla="*/ f2247 f941 1"/>
                <a:gd name="f2689" fmla="*/ f2248 f940 1"/>
                <a:gd name="f2690" fmla="*/ f2249 f941 1"/>
                <a:gd name="f2691" fmla="*/ f2250 f940 1"/>
                <a:gd name="f2692" fmla="*/ f2251 f941 1"/>
                <a:gd name="f2693" fmla="*/ f2252 f940 1"/>
                <a:gd name="f2694" fmla="*/ f2253 f941 1"/>
                <a:gd name="f2695" fmla="*/ f2254 f940 1"/>
                <a:gd name="f2696" fmla="*/ f2255 f941 1"/>
                <a:gd name="f2697" fmla="*/ f2256 f940 1"/>
                <a:gd name="f2698" fmla="*/ f2257 f941 1"/>
                <a:gd name="f2699" fmla="*/ f2258 f940 1"/>
                <a:gd name="f2700" fmla="*/ f2259 f941 1"/>
                <a:gd name="f2701" fmla="*/ f2260 f940 1"/>
                <a:gd name="f2702" fmla="*/ f2261 f941 1"/>
                <a:gd name="f2703" fmla="*/ f2262 f940 1"/>
                <a:gd name="f2704" fmla="*/ f2263 f94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1826">
                  <a:pos x="f2268" y="f2269"/>
                </a:cxn>
                <a:cxn ang="f1826">
                  <a:pos x="f2270" y="f2269"/>
                </a:cxn>
                <a:cxn ang="f1826">
                  <a:pos x="f2271" y="f2272"/>
                </a:cxn>
                <a:cxn ang="f1826">
                  <a:pos x="f2273" y="f2274"/>
                </a:cxn>
                <a:cxn ang="f1826">
                  <a:pos x="f2275" y="f2276"/>
                </a:cxn>
                <a:cxn ang="f1826">
                  <a:pos x="f2277" y="f2278"/>
                </a:cxn>
                <a:cxn ang="f1826">
                  <a:pos x="f2279" y="f2280"/>
                </a:cxn>
                <a:cxn ang="f1826">
                  <a:pos x="f2281" y="f2282"/>
                </a:cxn>
                <a:cxn ang="f1826">
                  <a:pos x="f2283" y="f2284"/>
                </a:cxn>
                <a:cxn ang="f1826">
                  <a:pos x="f2285" y="f2286"/>
                </a:cxn>
                <a:cxn ang="f1826">
                  <a:pos x="f2287" y="f2288"/>
                </a:cxn>
                <a:cxn ang="f1826">
                  <a:pos x="f2289" y="f2290"/>
                </a:cxn>
                <a:cxn ang="f1826">
                  <a:pos x="f2291" y="f2292"/>
                </a:cxn>
                <a:cxn ang="f1826">
                  <a:pos x="f2293" y="f2294"/>
                </a:cxn>
                <a:cxn ang="f1826">
                  <a:pos x="f2295" y="f2296"/>
                </a:cxn>
                <a:cxn ang="f1826">
                  <a:pos x="f2297" y="f2298"/>
                </a:cxn>
                <a:cxn ang="f1826">
                  <a:pos x="f2299" y="f2300"/>
                </a:cxn>
                <a:cxn ang="f1826">
                  <a:pos x="f2301" y="f2302"/>
                </a:cxn>
                <a:cxn ang="f1826">
                  <a:pos x="f2303" y="f2304"/>
                </a:cxn>
                <a:cxn ang="f1826">
                  <a:pos x="f2305" y="f2306"/>
                </a:cxn>
                <a:cxn ang="f1826">
                  <a:pos x="f2307" y="f2308"/>
                </a:cxn>
                <a:cxn ang="f1826">
                  <a:pos x="f2309" y="f2310"/>
                </a:cxn>
                <a:cxn ang="f1826">
                  <a:pos x="f2311" y="f2312"/>
                </a:cxn>
                <a:cxn ang="f1826">
                  <a:pos x="f2313" y="f2314"/>
                </a:cxn>
                <a:cxn ang="f1826">
                  <a:pos x="f2315" y="f2316"/>
                </a:cxn>
                <a:cxn ang="f1826">
                  <a:pos x="f2317" y="f2318"/>
                </a:cxn>
                <a:cxn ang="f1826">
                  <a:pos x="f2319" y="f2320"/>
                </a:cxn>
                <a:cxn ang="f1826">
                  <a:pos x="f2321" y="f2322"/>
                </a:cxn>
                <a:cxn ang="f1826">
                  <a:pos x="f2323" y="f2324"/>
                </a:cxn>
                <a:cxn ang="f1826">
                  <a:pos x="f2325" y="f2326"/>
                </a:cxn>
                <a:cxn ang="f1826">
                  <a:pos x="f2327" y="f2328"/>
                </a:cxn>
                <a:cxn ang="f1826">
                  <a:pos x="f2329" y="f2330"/>
                </a:cxn>
                <a:cxn ang="f1826">
                  <a:pos x="f2331" y="f2332"/>
                </a:cxn>
                <a:cxn ang="f1826">
                  <a:pos x="f2333" y="f2334"/>
                </a:cxn>
                <a:cxn ang="f1826">
                  <a:pos x="f2335" y="f2336"/>
                </a:cxn>
                <a:cxn ang="f1826">
                  <a:pos x="f2337" y="f2338"/>
                </a:cxn>
                <a:cxn ang="f1826">
                  <a:pos x="f2339" y="f2340"/>
                </a:cxn>
                <a:cxn ang="f1826">
                  <a:pos x="f2341" y="f2342"/>
                </a:cxn>
                <a:cxn ang="f1826">
                  <a:pos x="f2343" y="f2344"/>
                </a:cxn>
                <a:cxn ang="f1826">
                  <a:pos x="f2345" y="f2346"/>
                </a:cxn>
                <a:cxn ang="f1826">
                  <a:pos x="f2347" y="f2348"/>
                </a:cxn>
                <a:cxn ang="f1826">
                  <a:pos x="f2349" y="f2350"/>
                </a:cxn>
                <a:cxn ang="f1826">
                  <a:pos x="f2351" y="f2352"/>
                </a:cxn>
                <a:cxn ang="f1826">
                  <a:pos x="f2353" y="f2354"/>
                </a:cxn>
                <a:cxn ang="f1826">
                  <a:pos x="f2355" y="f2356"/>
                </a:cxn>
                <a:cxn ang="f1826">
                  <a:pos x="f2357" y="f2358"/>
                </a:cxn>
                <a:cxn ang="f1826">
                  <a:pos x="f2359" y="f2360"/>
                </a:cxn>
                <a:cxn ang="f1826">
                  <a:pos x="f2361" y="f2362"/>
                </a:cxn>
                <a:cxn ang="f1826">
                  <a:pos x="f2363" y="f2364"/>
                </a:cxn>
                <a:cxn ang="f1826">
                  <a:pos x="f2365" y="f2366"/>
                </a:cxn>
                <a:cxn ang="f1826">
                  <a:pos x="f2367" y="f2368"/>
                </a:cxn>
                <a:cxn ang="f1826">
                  <a:pos x="f2369" y="f2370"/>
                </a:cxn>
                <a:cxn ang="f1826">
                  <a:pos x="f2371" y="f2372"/>
                </a:cxn>
                <a:cxn ang="f1826">
                  <a:pos x="f2373" y="f2374"/>
                </a:cxn>
                <a:cxn ang="f1826">
                  <a:pos x="f2375" y="f2376"/>
                </a:cxn>
                <a:cxn ang="f1826">
                  <a:pos x="f2377" y="f2378"/>
                </a:cxn>
                <a:cxn ang="f1826">
                  <a:pos x="f2379" y="f2380"/>
                </a:cxn>
                <a:cxn ang="f1826">
                  <a:pos x="f2381" y="f2382"/>
                </a:cxn>
                <a:cxn ang="f1826">
                  <a:pos x="f2383" y="f2384"/>
                </a:cxn>
                <a:cxn ang="f1826">
                  <a:pos x="f2385" y="f2386"/>
                </a:cxn>
                <a:cxn ang="f1826">
                  <a:pos x="f2329" y="f2387"/>
                </a:cxn>
                <a:cxn ang="f1826">
                  <a:pos x="f2388" y="f2389"/>
                </a:cxn>
                <a:cxn ang="f1826">
                  <a:pos x="f2390" y="f2391"/>
                </a:cxn>
                <a:cxn ang="f1826">
                  <a:pos x="f2392" y="f2393"/>
                </a:cxn>
                <a:cxn ang="f1826">
                  <a:pos x="f2394" y="f2395"/>
                </a:cxn>
                <a:cxn ang="f1826">
                  <a:pos x="f2396" y="f2397"/>
                </a:cxn>
                <a:cxn ang="f1826">
                  <a:pos x="f2398" y="f2399"/>
                </a:cxn>
                <a:cxn ang="f1826">
                  <a:pos x="f2400" y="f2401"/>
                </a:cxn>
                <a:cxn ang="f1826">
                  <a:pos x="f2402" y="f2403"/>
                </a:cxn>
                <a:cxn ang="f1826">
                  <a:pos x="f2404" y="f2405"/>
                </a:cxn>
                <a:cxn ang="f1826">
                  <a:pos x="f2406" y="f2407"/>
                </a:cxn>
                <a:cxn ang="f1826">
                  <a:pos x="f2408" y="f2409"/>
                </a:cxn>
                <a:cxn ang="f1826">
                  <a:pos x="f2410" y="f2411"/>
                </a:cxn>
                <a:cxn ang="f1826">
                  <a:pos x="f2412" y="f2413"/>
                </a:cxn>
                <a:cxn ang="f1826">
                  <a:pos x="f2414" y="f2415"/>
                </a:cxn>
                <a:cxn ang="f1826">
                  <a:pos x="f2416" y="f2417"/>
                </a:cxn>
                <a:cxn ang="f1826">
                  <a:pos x="f2418" y="f2419"/>
                </a:cxn>
                <a:cxn ang="f1826">
                  <a:pos x="f2420" y="f2421"/>
                </a:cxn>
                <a:cxn ang="f1826">
                  <a:pos x="f2422" y="f2423"/>
                </a:cxn>
                <a:cxn ang="f1826">
                  <a:pos x="f2424" y="f2425"/>
                </a:cxn>
                <a:cxn ang="f1826">
                  <a:pos x="f2426" y="f2427"/>
                </a:cxn>
                <a:cxn ang="f1826">
                  <a:pos x="f2428" y="f2429"/>
                </a:cxn>
                <a:cxn ang="f1826">
                  <a:pos x="f2430" y="f2431"/>
                </a:cxn>
                <a:cxn ang="f1826">
                  <a:pos x="f2432" y="f2433"/>
                </a:cxn>
                <a:cxn ang="f1826">
                  <a:pos x="f2434" y="f2435"/>
                </a:cxn>
                <a:cxn ang="f1826">
                  <a:pos x="f2436" y="f2437"/>
                </a:cxn>
                <a:cxn ang="f1826">
                  <a:pos x="f2438" y="f2439"/>
                </a:cxn>
                <a:cxn ang="f1826">
                  <a:pos x="f2440" y="f2441"/>
                </a:cxn>
                <a:cxn ang="f1826">
                  <a:pos x="f2442" y="f2443"/>
                </a:cxn>
                <a:cxn ang="f1826">
                  <a:pos x="f2444" y="f2445"/>
                </a:cxn>
                <a:cxn ang="f1826">
                  <a:pos x="f2446" y="f2447"/>
                </a:cxn>
                <a:cxn ang="f1826">
                  <a:pos x="f2448" y="f2447"/>
                </a:cxn>
                <a:cxn ang="f1826">
                  <a:pos x="f2449" y="f2450"/>
                </a:cxn>
                <a:cxn ang="f1826">
                  <a:pos x="f2451" y="f2452"/>
                </a:cxn>
                <a:cxn ang="f1826">
                  <a:pos x="f2453" y="f2454"/>
                </a:cxn>
                <a:cxn ang="f1826">
                  <a:pos x="f2455" y="f2456"/>
                </a:cxn>
                <a:cxn ang="f1826">
                  <a:pos x="f2457" y="f2458"/>
                </a:cxn>
                <a:cxn ang="f1826">
                  <a:pos x="f2459" y="f2460"/>
                </a:cxn>
                <a:cxn ang="f1826">
                  <a:pos x="f2461" y="f2462"/>
                </a:cxn>
                <a:cxn ang="f1826">
                  <a:pos x="f2463" y="f2464"/>
                </a:cxn>
                <a:cxn ang="f1826">
                  <a:pos x="f2465" y="f2466"/>
                </a:cxn>
                <a:cxn ang="f1826">
                  <a:pos x="f2467" y="f2468"/>
                </a:cxn>
                <a:cxn ang="f1826">
                  <a:pos x="f2469" y="f2470"/>
                </a:cxn>
                <a:cxn ang="f1826">
                  <a:pos x="f2471" y="f2472"/>
                </a:cxn>
                <a:cxn ang="f1826">
                  <a:pos x="f2473" y="f2474"/>
                </a:cxn>
                <a:cxn ang="f1826">
                  <a:pos x="f2475" y="f2476"/>
                </a:cxn>
                <a:cxn ang="f1826">
                  <a:pos x="f2477" y="f2478"/>
                </a:cxn>
                <a:cxn ang="f1826">
                  <a:pos x="f2479" y="f2480"/>
                </a:cxn>
                <a:cxn ang="f1826">
                  <a:pos x="f2481" y="f2482"/>
                </a:cxn>
                <a:cxn ang="f1826">
                  <a:pos x="f2483" y="f2484"/>
                </a:cxn>
                <a:cxn ang="f1826">
                  <a:pos x="f2485" y="f2486"/>
                </a:cxn>
                <a:cxn ang="f1826">
                  <a:pos x="f2487" y="f2488"/>
                </a:cxn>
                <a:cxn ang="f1826">
                  <a:pos x="f2489" y="f2490"/>
                </a:cxn>
                <a:cxn ang="f1826">
                  <a:pos x="f2491" y="f2492"/>
                </a:cxn>
                <a:cxn ang="f1826">
                  <a:pos x="f2493" y="f2494"/>
                </a:cxn>
                <a:cxn ang="f1826">
                  <a:pos x="f2495" y="f2496"/>
                </a:cxn>
                <a:cxn ang="f1826">
                  <a:pos x="f2497" y="f2498"/>
                </a:cxn>
                <a:cxn ang="f1826">
                  <a:pos x="f2499" y="f2500"/>
                </a:cxn>
                <a:cxn ang="f1826">
                  <a:pos x="f2501" y="f2502"/>
                </a:cxn>
                <a:cxn ang="f1826">
                  <a:pos x="f2503" y="f2504"/>
                </a:cxn>
                <a:cxn ang="f1826">
                  <a:pos x="f2505" y="f2506"/>
                </a:cxn>
                <a:cxn ang="f1826">
                  <a:pos x="f2507" y="f2508"/>
                </a:cxn>
                <a:cxn ang="f1826">
                  <a:pos x="f2509" y="f2510"/>
                </a:cxn>
                <a:cxn ang="f1826">
                  <a:pos x="f2511" y="f2512"/>
                </a:cxn>
                <a:cxn ang="f1826">
                  <a:pos x="f2513" y="f2514"/>
                </a:cxn>
                <a:cxn ang="f1826">
                  <a:pos x="f2515" y="f2516"/>
                </a:cxn>
                <a:cxn ang="f1826">
                  <a:pos x="f2517" y="f2518"/>
                </a:cxn>
                <a:cxn ang="f1826">
                  <a:pos x="f2519" y="f2520"/>
                </a:cxn>
                <a:cxn ang="f1826">
                  <a:pos x="f2521" y="f2522"/>
                </a:cxn>
                <a:cxn ang="f1826">
                  <a:pos x="f2523" y="f2524"/>
                </a:cxn>
                <a:cxn ang="f1826">
                  <a:pos x="f2525" y="f2526"/>
                </a:cxn>
                <a:cxn ang="f1826">
                  <a:pos x="f2527" y="f2528"/>
                </a:cxn>
                <a:cxn ang="f1826">
                  <a:pos x="f2529" y="f2530"/>
                </a:cxn>
                <a:cxn ang="f1826">
                  <a:pos x="f2531" y="f2532"/>
                </a:cxn>
                <a:cxn ang="f1826">
                  <a:pos x="f2533" y="f2534"/>
                </a:cxn>
                <a:cxn ang="f1826">
                  <a:pos x="f2535" y="f2536"/>
                </a:cxn>
                <a:cxn ang="f1826">
                  <a:pos x="f2537" y="f2538"/>
                </a:cxn>
                <a:cxn ang="f1826">
                  <a:pos x="f2539" y="f2540"/>
                </a:cxn>
                <a:cxn ang="f1826">
                  <a:pos x="f2541" y="f2542"/>
                </a:cxn>
                <a:cxn ang="f1826">
                  <a:pos x="f2543" y="f2544"/>
                </a:cxn>
                <a:cxn ang="f1826">
                  <a:pos x="f2545" y="f2546"/>
                </a:cxn>
                <a:cxn ang="f1826">
                  <a:pos x="f2547" y="f2548"/>
                </a:cxn>
                <a:cxn ang="f1826">
                  <a:pos x="f2549" y="f2550"/>
                </a:cxn>
                <a:cxn ang="f1826">
                  <a:pos x="f2551" y="f2552"/>
                </a:cxn>
                <a:cxn ang="f1826">
                  <a:pos x="f2553" y="f2554"/>
                </a:cxn>
                <a:cxn ang="f1826">
                  <a:pos x="f2555" y="f2556"/>
                </a:cxn>
                <a:cxn ang="f1826">
                  <a:pos x="f2557" y="f2558"/>
                </a:cxn>
                <a:cxn ang="f1826">
                  <a:pos x="f2559" y="f2560"/>
                </a:cxn>
                <a:cxn ang="f1826">
                  <a:pos x="f2561" y="f2562"/>
                </a:cxn>
                <a:cxn ang="f1826">
                  <a:pos x="f2563" y="f2564"/>
                </a:cxn>
                <a:cxn ang="f1826">
                  <a:pos x="f2565" y="f2566"/>
                </a:cxn>
                <a:cxn ang="f1826">
                  <a:pos x="f2567" y="f2568"/>
                </a:cxn>
                <a:cxn ang="f1826">
                  <a:pos x="f2569" y="f2570"/>
                </a:cxn>
                <a:cxn ang="f1826">
                  <a:pos x="f2571" y="f2572"/>
                </a:cxn>
                <a:cxn ang="f1826">
                  <a:pos x="f2573" y="f2574"/>
                </a:cxn>
                <a:cxn ang="f1826">
                  <a:pos x="f2575" y="f2576"/>
                </a:cxn>
                <a:cxn ang="f1826">
                  <a:pos x="f2577" y="f2578"/>
                </a:cxn>
                <a:cxn ang="f1826">
                  <a:pos x="f2579" y="f2580"/>
                </a:cxn>
                <a:cxn ang="f1826">
                  <a:pos x="f2581" y="f2582"/>
                </a:cxn>
                <a:cxn ang="f1826">
                  <a:pos x="f2583" y="f2584"/>
                </a:cxn>
                <a:cxn ang="f1826">
                  <a:pos x="f2585" y="f2586"/>
                </a:cxn>
                <a:cxn ang="f1826">
                  <a:pos x="f2587" y="f2588"/>
                </a:cxn>
                <a:cxn ang="f1826">
                  <a:pos x="f2589" y="f2590"/>
                </a:cxn>
                <a:cxn ang="f1826">
                  <a:pos x="f2591" y="f2592"/>
                </a:cxn>
                <a:cxn ang="f1826">
                  <a:pos x="f2593" y="f2594"/>
                </a:cxn>
                <a:cxn ang="f1826">
                  <a:pos x="f2595" y="f2596"/>
                </a:cxn>
                <a:cxn ang="f1826">
                  <a:pos x="f2597" y="f2598"/>
                </a:cxn>
                <a:cxn ang="f1826">
                  <a:pos x="f2599" y="f2600"/>
                </a:cxn>
                <a:cxn ang="f1826">
                  <a:pos x="f2601" y="f2602"/>
                </a:cxn>
                <a:cxn ang="f1826">
                  <a:pos x="f2603" y="f2604"/>
                </a:cxn>
                <a:cxn ang="f1826">
                  <a:pos x="f2605" y="f2606"/>
                </a:cxn>
                <a:cxn ang="f1826">
                  <a:pos x="f2607" y="f2608"/>
                </a:cxn>
                <a:cxn ang="f1826">
                  <a:pos x="f2609" y="f2610"/>
                </a:cxn>
                <a:cxn ang="f1826">
                  <a:pos x="f2611" y="f2612"/>
                </a:cxn>
                <a:cxn ang="f1826">
                  <a:pos x="f2613" y="f2614"/>
                </a:cxn>
                <a:cxn ang="f1826">
                  <a:pos x="f2615" y="f2616"/>
                </a:cxn>
                <a:cxn ang="f1826">
                  <a:pos x="f2617" y="f2618"/>
                </a:cxn>
                <a:cxn ang="f1826">
                  <a:pos x="f2619" y="f2620"/>
                </a:cxn>
                <a:cxn ang="f1826">
                  <a:pos x="f2621" y="f2622"/>
                </a:cxn>
                <a:cxn ang="f1826">
                  <a:pos x="f2623" y="f2624"/>
                </a:cxn>
                <a:cxn ang="f1826">
                  <a:pos x="f2625" y="f2626"/>
                </a:cxn>
                <a:cxn ang="f1826">
                  <a:pos x="f2627" y="f2269"/>
                </a:cxn>
                <a:cxn ang="f1826">
                  <a:pos x="f2628" y="f2269"/>
                </a:cxn>
                <a:cxn ang="f1826">
                  <a:pos x="f2629" y="f2630"/>
                </a:cxn>
                <a:cxn ang="f1826">
                  <a:pos x="f2631" y="f2632"/>
                </a:cxn>
                <a:cxn ang="f1826">
                  <a:pos x="f2633" y="f2634"/>
                </a:cxn>
                <a:cxn ang="f1826">
                  <a:pos x="f2635" y="f2636"/>
                </a:cxn>
                <a:cxn ang="f1826">
                  <a:pos x="f2637" y="f2638"/>
                </a:cxn>
                <a:cxn ang="f1826">
                  <a:pos x="f2639" y="f2640"/>
                </a:cxn>
                <a:cxn ang="f1826">
                  <a:pos x="f2641" y="f2642"/>
                </a:cxn>
                <a:cxn ang="f1826">
                  <a:pos x="f2643" y="f2644"/>
                </a:cxn>
                <a:cxn ang="f1826">
                  <a:pos x="f2645" y="f2646"/>
                </a:cxn>
                <a:cxn ang="f1826">
                  <a:pos x="f2647" y="f2648"/>
                </a:cxn>
                <a:cxn ang="f1826">
                  <a:pos x="f2649" y="f2650"/>
                </a:cxn>
                <a:cxn ang="f1826">
                  <a:pos x="f2651" y="f2652"/>
                </a:cxn>
                <a:cxn ang="f1826">
                  <a:pos x="f2653" y="f2654"/>
                </a:cxn>
                <a:cxn ang="f1826">
                  <a:pos x="f2655" y="f2656"/>
                </a:cxn>
                <a:cxn ang="f1826">
                  <a:pos x="f2657" y="f2658"/>
                </a:cxn>
                <a:cxn ang="f1826">
                  <a:pos x="f2659" y="f2660"/>
                </a:cxn>
                <a:cxn ang="f1826">
                  <a:pos x="f2661" y="f2662"/>
                </a:cxn>
                <a:cxn ang="f1826">
                  <a:pos x="f2663" y="f2447"/>
                </a:cxn>
                <a:cxn ang="f1826">
                  <a:pos x="f2664" y="f2447"/>
                </a:cxn>
                <a:cxn ang="f1826">
                  <a:pos x="f2665" y="f2666"/>
                </a:cxn>
                <a:cxn ang="f1826">
                  <a:pos x="f2667" y="f2668"/>
                </a:cxn>
                <a:cxn ang="f1826">
                  <a:pos x="f2669" y="f2670"/>
                </a:cxn>
                <a:cxn ang="f1826">
                  <a:pos x="f2671" y="f2672"/>
                </a:cxn>
                <a:cxn ang="f1826">
                  <a:pos x="f2673" y="f2674"/>
                </a:cxn>
                <a:cxn ang="f1826">
                  <a:pos x="f2675" y="f2676"/>
                </a:cxn>
                <a:cxn ang="f1826">
                  <a:pos x="f2677" y="f2678"/>
                </a:cxn>
                <a:cxn ang="f1826">
                  <a:pos x="f2679" y="f2680"/>
                </a:cxn>
                <a:cxn ang="f1826">
                  <a:pos x="f2681" y="f2682"/>
                </a:cxn>
                <a:cxn ang="f1826">
                  <a:pos x="f2683" y="f2684"/>
                </a:cxn>
                <a:cxn ang="f1826">
                  <a:pos x="f2685" y="f2686"/>
                </a:cxn>
                <a:cxn ang="f1826">
                  <a:pos x="f2687" y="f2688"/>
                </a:cxn>
                <a:cxn ang="f1826">
                  <a:pos x="f2689" y="f2690"/>
                </a:cxn>
                <a:cxn ang="f1826">
                  <a:pos x="f2691" y="f2692"/>
                </a:cxn>
                <a:cxn ang="f1826">
                  <a:pos x="f2693" y="f2694"/>
                </a:cxn>
                <a:cxn ang="f1826">
                  <a:pos x="f2695" y="f2696"/>
                </a:cxn>
                <a:cxn ang="f1826">
                  <a:pos x="f2697" y="f2698"/>
                </a:cxn>
                <a:cxn ang="f1826">
                  <a:pos x="f2699" y="f2700"/>
                </a:cxn>
                <a:cxn ang="f1826">
                  <a:pos x="f2701" y="f2702"/>
                </a:cxn>
                <a:cxn ang="f1826">
                  <a:pos x="f2703" y="f2704"/>
                </a:cxn>
              </a:cxnLst>
              <a:rect l="f2264" t="f2267" r="f2265" b="f2266"/>
              <a:pathLst>
                <a:path w="9747620" h="6858000">
                  <a:moveTo>
                    <a:pt x="f8" y="f5"/>
                  </a:moveTo>
                  <a:lnTo>
                    <a:pt x="f9" y="f5"/>
                  </a:lnTo>
                  <a:lnTo>
                    <a:pt x="f10" y="f11"/>
                  </a:lnTo>
                  <a:cubicBezTo>
                    <a:pt x="f12" y="f13"/>
                    <a:pt x="f14" y="f15"/>
                    <a:pt x="f16" y="f17"/>
                  </a:cubicBezTo>
                  <a:cubicBezTo>
                    <a:pt x="f18" y="f19"/>
                    <a:pt x="f20" y="f21"/>
                    <a:pt x="f22" y="f23"/>
                  </a:cubicBezTo>
                  <a:cubicBezTo>
                    <a:pt x="f24" y="f25"/>
                    <a:pt x="f26" y="f27"/>
                    <a:pt x="f28" y="f29"/>
                  </a:cubicBezTo>
                  <a:cubicBezTo>
                    <a:pt x="f30" y="f31"/>
                    <a:pt x="f32" y="f33"/>
                    <a:pt x="f34" y="f35"/>
                  </a:cubicBezTo>
                  <a:lnTo>
                    <a:pt x="f36" y="f37"/>
                  </a:lnTo>
                  <a:cubicBezTo>
                    <a:pt x="f38" y="f39"/>
                    <a:pt x="f40" y="f41"/>
                    <a:pt x="f42" y="f43"/>
                  </a:cubicBezTo>
                  <a:cubicBezTo>
                    <a:pt x="f44" y="f45"/>
                    <a:pt x="f46" y="f47"/>
                    <a:pt x="f48" y="f49"/>
                  </a:cubicBezTo>
                  <a:lnTo>
                    <a:pt x="f50" y="f51"/>
                  </a:lnTo>
                  <a:lnTo>
                    <a:pt x="f52" y="f53"/>
                  </a:lnTo>
                  <a:lnTo>
                    <a:pt x="f54" y="f55"/>
                  </a:lnTo>
                  <a:cubicBezTo>
                    <a:pt x="f56" y="f57"/>
                    <a:pt x="f58" y="f59"/>
                    <a:pt x="f60" y="f61"/>
                  </a:cubicBezTo>
                  <a:cubicBezTo>
                    <a:pt x="f62" y="f63"/>
                    <a:pt x="f64" y="f65"/>
                    <a:pt x="f66" y="f67"/>
                  </a:cubicBezTo>
                  <a:lnTo>
                    <a:pt x="f68" y="f69"/>
                  </a:lnTo>
                  <a:lnTo>
                    <a:pt x="f70" y="f71"/>
                  </a:lnTo>
                  <a:cubicBezTo>
                    <a:pt x="f72" y="f73"/>
                    <a:pt x="f74" y="f75"/>
                    <a:pt x="f76" y="f77"/>
                  </a:cubicBezTo>
                  <a:cubicBezTo>
                    <a:pt x="f78" y="f79"/>
                    <a:pt x="f80" y="f81"/>
                    <a:pt x="f82" y="f83"/>
                  </a:cubicBezTo>
                  <a:lnTo>
                    <a:pt x="f84" y="f85"/>
                  </a:lnTo>
                  <a:cubicBezTo>
                    <a:pt x="f86" y="f87"/>
                    <a:pt x="f88" y="f89"/>
                    <a:pt x="f90" y="f91"/>
                  </a:cubicBezTo>
                  <a:cubicBezTo>
                    <a:pt x="f92" y="f93"/>
                    <a:pt x="f94" y="f95"/>
                    <a:pt x="f96" y="f97"/>
                  </a:cubicBezTo>
                  <a:cubicBezTo>
                    <a:pt x="f98" y="f99"/>
                    <a:pt x="f100" y="f101"/>
                    <a:pt x="f102" y="f103"/>
                  </a:cubicBezTo>
                  <a:lnTo>
                    <a:pt x="f104" y="f105"/>
                  </a:lnTo>
                  <a:lnTo>
                    <a:pt x="f106" y="f107"/>
                  </a:lnTo>
                  <a:cubicBezTo>
                    <a:pt x="f108" y="f109"/>
                    <a:pt x="f110" y="f111"/>
                    <a:pt x="f112" y="f113"/>
                  </a:cubicBezTo>
                  <a:cubicBezTo>
                    <a:pt x="f114" y="f115"/>
                    <a:pt x="f116" y="f117"/>
                    <a:pt x="f118" y="f119"/>
                  </a:cubicBezTo>
                  <a:cubicBezTo>
                    <a:pt x="f120" y="f121"/>
                    <a:pt x="f122" y="f123"/>
                    <a:pt x="f124" y="f125"/>
                  </a:cubicBezTo>
                  <a:lnTo>
                    <a:pt x="f126" y="f127"/>
                  </a:lnTo>
                  <a:lnTo>
                    <a:pt x="f128" y="f129"/>
                  </a:lnTo>
                  <a:cubicBezTo>
                    <a:pt x="f130" y="f131"/>
                    <a:pt x="f132" y="f133"/>
                    <a:pt x="f134" y="f135"/>
                  </a:cubicBezTo>
                  <a:cubicBezTo>
                    <a:pt x="f136" y="f137"/>
                    <a:pt x="f138" y="f139"/>
                    <a:pt x="f140" y="f141"/>
                  </a:cubicBezTo>
                  <a:cubicBezTo>
                    <a:pt x="f142" y="f143"/>
                    <a:pt x="f144" y="f145"/>
                    <a:pt x="f146" y="f147"/>
                  </a:cubicBezTo>
                  <a:lnTo>
                    <a:pt x="f148" y="f149"/>
                  </a:lnTo>
                  <a:cubicBezTo>
                    <a:pt x="f150" y="f151"/>
                    <a:pt x="f152" y="f153"/>
                    <a:pt x="f154" y="f155"/>
                  </a:cubicBezTo>
                  <a:lnTo>
                    <a:pt x="f156" y="f157"/>
                  </a:lnTo>
                  <a:lnTo>
                    <a:pt x="f158" y="f159"/>
                  </a:lnTo>
                  <a:cubicBezTo>
                    <a:pt x="f160" y="f161"/>
                    <a:pt x="f162" y="f163"/>
                    <a:pt x="f164" y="f165"/>
                  </a:cubicBezTo>
                  <a:lnTo>
                    <a:pt x="f166" y="f167"/>
                  </a:lnTo>
                  <a:lnTo>
                    <a:pt x="f168" y="f169"/>
                  </a:lnTo>
                  <a:lnTo>
                    <a:pt x="f170" y="f171"/>
                  </a:lnTo>
                  <a:cubicBezTo>
                    <a:pt x="f172" y="f173"/>
                    <a:pt x="f174" y="f175"/>
                    <a:pt x="f176" y="f177"/>
                  </a:cubicBezTo>
                  <a:lnTo>
                    <a:pt x="f178" y="f179"/>
                  </a:lnTo>
                  <a:lnTo>
                    <a:pt x="f180" y="f181"/>
                  </a:lnTo>
                  <a:lnTo>
                    <a:pt x="f182" y="f183"/>
                  </a:lnTo>
                  <a:lnTo>
                    <a:pt x="f184" y="f185"/>
                  </a:lnTo>
                  <a:lnTo>
                    <a:pt x="f186" y="f187"/>
                  </a:lnTo>
                  <a:lnTo>
                    <a:pt x="f188" y="f189"/>
                  </a:lnTo>
                  <a:cubicBezTo>
                    <a:pt x="f190" y="f191"/>
                    <a:pt x="f192" y="f193"/>
                    <a:pt x="f194" y="f195"/>
                  </a:cubicBezTo>
                  <a:cubicBezTo>
                    <a:pt x="f196" y="f197"/>
                    <a:pt x="f198" y="f199"/>
                    <a:pt x="f200" y="f201"/>
                  </a:cubicBezTo>
                  <a:lnTo>
                    <a:pt x="f202" y="f203"/>
                  </a:lnTo>
                  <a:cubicBezTo>
                    <a:pt x="f204" y="f205"/>
                    <a:pt x="f206" y="f207"/>
                    <a:pt x="f208" y="f209"/>
                  </a:cubicBezTo>
                  <a:lnTo>
                    <a:pt x="f210" y="f211"/>
                  </a:lnTo>
                  <a:cubicBezTo>
                    <a:pt x="f212" y="f213"/>
                    <a:pt x="f214" y="f215"/>
                    <a:pt x="f216" y="f217"/>
                  </a:cubicBezTo>
                  <a:lnTo>
                    <a:pt x="f218" y="f219"/>
                  </a:lnTo>
                  <a:lnTo>
                    <a:pt x="f220" y="f221"/>
                  </a:lnTo>
                  <a:lnTo>
                    <a:pt x="f222" y="f223"/>
                  </a:lnTo>
                  <a:lnTo>
                    <a:pt x="f224" y="f225"/>
                  </a:lnTo>
                  <a:lnTo>
                    <a:pt x="f226" y="f227"/>
                  </a:lnTo>
                  <a:cubicBezTo>
                    <a:pt x="f228" y="f229"/>
                    <a:pt x="f230" y="f231"/>
                    <a:pt x="f232" y="f233"/>
                  </a:cubicBezTo>
                  <a:lnTo>
                    <a:pt x="f140" y="f234"/>
                  </a:lnTo>
                  <a:cubicBezTo>
                    <a:pt x="f235" y="f236"/>
                    <a:pt x="f237" y="f238"/>
                    <a:pt x="f239" y="f240"/>
                  </a:cubicBezTo>
                  <a:lnTo>
                    <a:pt x="f241" y="f242"/>
                  </a:lnTo>
                  <a:cubicBezTo>
                    <a:pt x="f243" y="f244"/>
                    <a:pt x="f245" y="f246"/>
                    <a:pt x="f247" y="f248"/>
                  </a:cubicBezTo>
                  <a:cubicBezTo>
                    <a:pt x="f249" y="f250"/>
                    <a:pt x="f251" y="f252"/>
                    <a:pt x="f253" y="f254"/>
                  </a:cubicBezTo>
                  <a:cubicBezTo>
                    <a:pt x="f255" y="f256"/>
                    <a:pt x="f257" y="f258"/>
                    <a:pt x="f259" y="f260"/>
                  </a:cubicBezTo>
                  <a:cubicBezTo>
                    <a:pt x="f261" y="f262"/>
                    <a:pt x="f263" y="f264"/>
                    <a:pt x="f265" y="f266"/>
                  </a:cubicBezTo>
                  <a:cubicBezTo>
                    <a:pt x="f267" y="f268"/>
                    <a:pt x="f269" y="f270"/>
                    <a:pt x="f271" y="f272"/>
                  </a:cubicBezTo>
                  <a:cubicBezTo>
                    <a:pt x="f273" y="f274"/>
                    <a:pt x="f275" y="f276"/>
                    <a:pt x="f277" y="f278"/>
                  </a:cubicBezTo>
                  <a:lnTo>
                    <a:pt x="f279" y="f280"/>
                  </a:lnTo>
                  <a:lnTo>
                    <a:pt x="f281" y="f282"/>
                  </a:lnTo>
                  <a:cubicBezTo>
                    <a:pt x="f283" y="f284"/>
                    <a:pt x="f285" y="f286"/>
                    <a:pt x="f287" y="f288"/>
                  </a:cubicBezTo>
                  <a:cubicBezTo>
                    <a:pt x="f289" y="f290"/>
                    <a:pt x="f291" y="f292"/>
                    <a:pt x="f293" y="f294"/>
                  </a:cubicBezTo>
                  <a:cubicBezTo>
                    <a:pt x="f295" y="f296"/>
                    <a:pt x="f297" y="f298"/>
                    <a:pt x="f299" y="f300"/>
                  </a:cubicBezTo>
                  <a:cubicBezTo>
                    <a:pt x="f301" y="f302"/>
                    <a:pt x="f303" y="f304"/>
                    <a:pt x="f305" y="f306"/>
                  </a:cubicBezTo>
                  <a:cubicBezTo>
                    <a:pt x="f307" y="f308"/>
                    <a:pt x="f309" y="f310"/>
                    <a:pt x="f311" y="f312"/>
                  </a:cubicBezTo>
                  <a:cubicBezTo>
                    <a:pt x="f313" y="f314"/>
                    <a:pt x="f315" y="f316"/>
                    <a:pt x="f317" y="f318"/>
                  </a:cubicBezTo>
                  <a:cubicBezTo>
                    <a:pt x="f319" y="f320"/>
                    <a:pt x="f321" y="f322"/>
                    <a:pt x="f323" y="f324"/>
                  </a:cubicBezTo>
                  <a:lnTo>
                    <a:pt x="f325" y="f326"/>
                  </a:lnTo>
                  <a:lnTo>
                    <a:pt x="f327" y="f328"/>
                  </a:lnTo>
                  <a:cubicBezTo>
                    <a:pt x="f329" y="f330"/>
                    <a:pt x="f331" y="f332"/>
                    <a:pt x="f333" y="f334"/>
                  </a:cubicBezTo>
                  <a:cubicBezTo>
                    <a:pt x="f335" y="f336"/>
                    <a:pt x="f337" y="f338"/>
                    <a:pt x="f339" y="f340"/>
                  </a:cubicBezTo>
                  <a:cubicBezTo>
                    <a:pt x="f341" y="f342"/>
                    <a:pt x="f343" y="f344"/>
                    <a:pt x="f345" y="f346"/>
                  </a:cubicBezTo>
                  <a:lnTo>
                    <a:pt x="f347" y="f348"/>
                  </a:lnTo>
                  <a:lnTo>
                    <a:pt x="f349" y="f350"/>
                  </a:lnTo>
                  <a:lnTo>
                    <a:pt x="f351" y="f352"/>
                  </a:lnTo>
                  <a:cubicBezTo>
                    <a:pt x="f353" y="f354"/>
                    <a:pt x="f355" y="f356"/>
                    <a:pt x="f357" y="f358"/>
                  </a:cubicBezTo>
                  <a:lnTo>
                    <a:pt x="f359" y="f360"/>
                  </a:lnTo>
                  <a:cubicBezTo>
                    <a:pt x="f361" y="f362"/>
                    <a:pt x="f363" y="f364"/>
                    <a:pt x="f365" y="f366"/>
                  </a:cubicBezTo>
                  <a:lnTo>
                    <a:pt x="f367" y="f368"/>
                  </a:lnTo>
                  <a:lnTo>
                    <a:pt x="f369" y="f7"/>
                  </a:lnTo>
                  <a:lnTo>
                    <a:pt x="f370" y="f7"/>
                  </a:lnTo>
                  <a:lnTo>
                    <a:pt x="f371" y="f372"/>
                  </a:lnTo>
                  <a:cubicBezTo>
                    <a:pt x="f373" y="f374"/>
                    <a:pt x="f375" y="f376"/>
                    <a:pt x="f377" y="f378"/>
                  </a:cubicBezTo>
                  <a:lnTo>
                    <a:pt x="f379" y="f380"/>
                  </a:lnTo>
                  <a:lnTo>
                    <a:pt x="f381" y="f382"/>
                  </a:lnTo>
                  <a:cubicBezTo>
                    <a:pt x="f383" y="f384"/>
                    <a:pt x="f385" y="f386"/>
                    <a:pt x="f387" y="f388"/>
                  </a:cubicBezTo>
                  <a:lnTo>
                    <a:pt x="f389" y="f390"/>
                  </a:lnTo>
                  <a:cubicBezTo>
                    <a:pt x="f391" y="f392"/>
                    <a:pt x="f393" y="f394"/>
                    <a:pt x="f395" y="f396"/>
                  </a:cubicBezTo>
                  <a:lnTo>
                    <a:pt x="f397" y="f398"/>
                  </a:lnTo>
                  <a:lnTo>
                    <a:pt x="f399" y="f400"/>
                  </a:lnTo>
                  <a:cubicBezTo>
                    <a:pt x="f401" y="f402"/>
                    <a:pt x="f403" y="f404"/>
                    <a:pt x="f405" y="f406"/>
                  </a:cubicBezTo>
                  <a:cubicBezTo>
                    <a:pt x="f407" y="f408"/>
                    <a:pt x="f409" y="f410"/>
                    <a:pt x="f411" y="f412"/>
                  </a:cubicBezTo>
                  <a:cubicBezTo>
                    <a:pt x="f413" y="f414"/>
                    <a:pt x="f415" y="f416"/>
                    <a:pt x="f417" y="f418"/>
                  </a:cubicBezTo>
                  <a:cubicBezTo>
                    <a:pt x="f419" y="f420"/>
                    <a:pt x="f421" y="f422"/>
                    <a:pt x="f423" y="f424"/>
                  </a:cubicBezTo>
                  <a:lnTo>
                    <a:pt x="f425" y="f426"/>
                  </a:lnTo>
                  <a:lnTo>
                    <a:pt x="f427" y="f428"/>
                  </a:lnTo>
                  <a:cubicBezTo>
                    <a:pt x="f429" y="f430"/>
                    <a:pt x="f431" y="f432"/>
                    <a:pt x="f433" y="f434"/>
                  </a:cubicBezTo>
                  <a:cubicBezTo>
                    <a:pt x="f435" y="f436"/>
                    <a:pt x="f437" y="f438"/>
                    <a:pt x="f439" y="f440"/>
                  </a:cubicBezTo>
                  <a:cubicBezTo>
                    <a:pt x="f441" y="f442"/>
                    <a:pt x="f443" y="f444"/>
                    <a:pt x="f445" y="f446"/>
                  </a:cubicBezTo>
                  <a:cubicBezTo>
                    <a:pt x="f447" y="f448"/>
                    <a:pt x="f449" y="f450"/>
                    <a:pt x="f451" y="f452"/>
                  </a:cubicBezTo>
                  <a:cubicBezTo>
                    <a:pt x="f453" y="f454"/>
                    <a:pt x="f455" y="f456"/>
                    <a:pt x="f457" y="f458"/>
                  </a:cubicBezTo>
                  <a:cubicBezTo>
                    <a:pt x="f459" y="f460"/>
                    <a:pt x="f461" y="f462"/>
                    <a:pt x="f463" y="f464"/>
                  </a:cubicBezTo>
                  <a:cubicBezTo>
                    <a:pt x="f465" y="f466"/>
                    <a:pt x="f467" y="f468"/>
                    <a:pt x="f469" y="f470"/>
                  </a:cubicBezTo>
                  <a:lnTo>
                    <a:pt x="f471" y="f472"/>
                  </a:lnTo>
                  <a:lnTo>
                    <a:pt x="f473" y="f474"/>
                  </a:lnTo>
                  <a:cubicBezTo>
                    <a:pt x="f475" y="f476"/>
                    <a:pt x="f477" y="f478"/>
                    <a:pt x="f479" y="f480"/>
                  </a:cubicBezTo>
                  <a:cubicBezTo>
                    <a:pt x="f481" y="f482"/>
                    <a:pt x="f483" y="f484"/>
                    <a:pt x="f485" y="f486"/>
                  </a:cubicBezTo>
                  <a:cubicBezTo>
                    <a:pt x="f487" y="f488"/>
                    <a:pt x="f489" y="f490"/>
                    <a:pt x="f491" y="f492"/>
                  </a:cubicBezTo>
                  <a:cubicBezTo>
                    <a:pt x="f493" y="f494"/>
                    <a:pt x="f495" y="f496"/>
                    <a:pt x="f497" y="f498"/>
                  </a:cubicBezTo>
                  <a:cubicBezTo>
                    <a:pt x="f499" y="f500"/>
                    <a:pt x="f501" y="f502"/>
                    <a:pt x="f503" y="f504"/>
                  </a:cubicBezTo>
                  <a:cubicBezTo>
                    <a:pt x="f505" y="f506"/>
                    <a:pt x="f507" y="f508"/>
                    <a:pt x="f509" y="f510"/>
                  </a:cubicBezTo>
                  <a:lnTo>
                    <a:pt x="f511" y="f512"/>
                  </a:lnTo>
                  <a:lnTo>
                    <a:pt x="f513" y="f514"/>
                  </a:lnTo>
                  <a:lnTo>
                    <a:pt x="f515" y="f516"/>
                  </a:lnTo>
                  <a:lnTo>
                    <a:pt x="f517" y="f518"/>
                  </a:lnTo>
                  <a:lnTo>
                    <a:pt x="f519" y="f520"/>
                  </a:lnTo>
                  <a:lnTo>
                    <a:pt x="f521" y="f522"/>
                  </a:lnTo>
                  <a:lnTo>
                    <a:pt x="f523" y="f524"/>
                  </a:lnTo>
                  <a:lnTo>
                    <a:pt x="f525" y="f526"/>
                  </a:lnTo>
                  <a:lnTo>
                    <a:pt x="f527" y="f528"/>
                  </a:lnTo>
                  <a:cubicBezTo>
                    <a:pt x="f529" y="f530"/>
                    <a:pt x="f531" y="f532"/>
                    <a:pt x="f533" y="f534"/>
                  </a:cubicBezTo>
                  <a:lnTo>
                    <a:pt x="f535" y="f536"/>
                  </a:lnTo>
                  <a:cubicBezTo>
                    <a:pt x="f537" y="f538"/>
                    <a:pt x="f539" y="f540"/>
                    <a:pt x="f541" y="f542"/>
                  </a:cubicBezTo>
                  <a:lnTo>
                    <a:pt x="f543" y="f544"/>
                  </a:lnTo>
                  <a:cubicBezTo>
                    <a:pt x="f545" y="f546"/>
                    <a:pt x="f547" y="f548"/>
                    <a:pt x="f549" y="f550"/>
                  </a:cubicBezTo>
                  <a:cubicBezTo>
                    <a:pt x="f551" y="f552"/>
                    <a:pt x="f553" y="f554"/>
                    <a:pt x="f555" y="f556"/>
                  </a:cubicBezTo>
                  <a:lnTo>
                    <a:pt x="f557" y="f558"/>
                  </a:lnTo>
                  <a:lnTo>
                    <a:pt x="f559" y="f560"/>
                  </a:lnTo>
                  <a:lnTo>
                    <a:pt x="f561" y="f562"/>
                  </a:lnTo>
                  <a:lnTo>
                    <a:pt x="f563" y="f564"/>
                  </a:lnTo>
                  <a:lnTo>
                    <a:pt x="f565" y="f566"/>
                  </a:lnTo>
                  <a:cubicBezTo>
                    <a:pt x="f567" y="f568"/>
                    <a:pt x="f569" y="f570"/>
                    <a:pt x="f571" y="f572"/>
                  </a:cubicBezTo>
                  <a:lnTo>
                    <a:pt x="f573" y="f574"/>
                  </a:lnTo>
                  <a:lnTo>
                    <a:pt x="f575" y="f576"/>
                  </a:lnTo>
                  <a:lnTo>
                    <a:pt x="f577" y="f578"/>
                  </a:lnTo>
                  <a:lnTo>
                    <a:pt x="f579" y="f580"/>
                  </a:lnTo>
                  <a:lnTo>
                    <a:pt x="f581" y="f582"/>
                  </a:lnTo>
                  <a:lnTo>
                    <a:pt x="f583" y="f584"/>
                  </a:lnTo>
                  <a:cubicBezTo>
                    <a:pt x="f585" y="f586"/>
                    <a:pt x="f587" y="f588"/>
                    <a:pt x="f589" y="f590"/>
                  </a:cubicBezTo>
                  <a:lnTo>
                    <a:pt x="f591" y="f592"/>
                  </a:lnTo>
                  <a:cubicBezTo>
                    <a:pt x="f593" y="f594"/>
                    <a:pt x="f595" y="f596"/>
                    <a:pt x="f597" y="f598"/>
                  </a:cubicBezTo>
                  <a:cubicBezTo>
                    <a:pt x="f599" y="f600"/>
                    <a:pt x="f601" y="f602"/>
                    <a:pt x="f603" y="f604"/>
                  </a:cubicBezTo>
                  <a:cubicBezTo>
                    <a:pt x="f605" y="f606"/>
                    <a:pt x="f607" y="f608"/>
                    <a:pt x="f609" y="f610"/>
                  </a:cubicBezTo>
                  <a:lnTo>
                    <a:pt x="f611" y="f612"/>
                  </a:lnTo>
                  <a:lnTo>
                    <a:pt x="f613" y="f614"/>
                  </a:lnTo>
                  <a:cubicBezTo>
                    <a:pt x="f615" y="f616"/>
                    <a:pt x="f617" y="f618"/>
                    <a:pt x="f619" y="f620"/>
                  </a:cubicBezTo>
                  <a:cubicBezTo>
                    <a:pt x="f621" y="f622"/>
                    <a:pt x="f623" y="f624"/>
                    <a:pt x="f625" y="f626"/>
                  </a:cubicBezTo>
                  <a:cubicBezTo>
                    <a:pt x="f627" y="f628"/>
                    <a:pt x="f629" y="f630"/>
                    <a:pt x="f631" y="f632"/>
                  </a:cubicBezTo>
                  <a:lnTo>
                    <a:pt x="f633" y="f634"/>
                  </a:lnTo>
                  <a:lnTo>
                    <a:pt x="f635" y="f636"/>
                  </a:lnTo>
                  <a:cubicBezTo>
                    <a:pt x="f637" y="f638"/>
                    <a:pt x="f639" y="f640"/>
                    <a:pt x="f641" y="f642"/>
                  </a:cubicBezTo>
                  <a:cubicBezTo>
                    <a:pt x="f643" y="f644"/>
                    <a:pt x="f645" y="f646"/>
                    <a:pt x="f647" y="f648"/>
                  </a:cubicBezTo>
                  <a:lnTo>
                    <a:pt x="f649" y="f650"/>
                  </a:lnTo>
                  <a:lnTo>
                    <a:pt x="f651" y="f652"/>
                  </a:lnTo>
                  <a:cubicBezTo>
                    <a:pt x="f653" y="f654"/>
                    <a:pt x="f655" y="f656"/>
                    <a:pt x="f657" y="f658"/>
                  </a:cubicBezTo>
                  <a:cubicBezTo>
                    <a:pt x="f659" y="f660"/>
                    <a:pt x="f661" y="f662"/>
                    <a:pt x="f663" y="f664"/>
                  </a:cubicBezTo>
                  <a:lnTo>
                    <a:pt x="f665" y="f666"/>
                  </a:lnTo>
                  <a:lnTo>
                    <a:pt x="f667" y="f668"/>
                  </a:lnTo>
                  <a:cubicBezTo>
                    <a:pt x="f669" y="f670"/>
                    <a:pt x="f671" y="f672"/>
                    <a:pt x="f673" y="f674"/>
                  </a:cubicBezTo>
                  <a:cubicBezTo>
                    <a:pt x="f675" y="f676"/>
                    <a:pt x="f677" y="f678"/>
                    <a:pt x="f679" y="f680"/>
                  </a:cubicBezTo>
                  <a:lnTo>
                    <a:pt x="f681" y="f682"/>
                  </a:lnTo>
                  <a:lnTo>
                    <a:pt x="f683" y="f684"/>
                  </a:lnTo>
                  <a:lnTo>
                    <a:pt x="f685" y="f686"/>
                  </a:lnTo>
                  <a:cubicBezTo>
                    <a:pt x="f687" y="f688"/>
                    <a:pt x="f689" y="f690"/>
                    <a:pt x="f691" y="f692"/>
                  </a:cubicBezTo>
                  <a:cubicBezTo>
                    <a:pt x="f693" y="f694"/>
                    <a:pt x="f695" y="f696"/>
                    <a:pt x="f697" y="f698"/>
                  </a:cubicBezTo>
                  <a:lnTo>
                    <a:pt x="f699" y="f700"/>
                  </a:lnTo>
                  <a:lnTo>
                    <a:pt x="f701" y="f702"/>
                  </a:lnTo>
                  <a:cubicBezTo>
                    <a:pt x="f703" y="f704"/>
                    <a:pt x="f705" y="f706"/>
                    <a:pt x="f707" y="f708"/>
                  </a:cubicBezTo>
                  <a:cubicBezTo>
                    <a:pt x="f709" y="f710"/>
                    <a:pt x="f711" y="f712"/>
                    <a:pt x="f713" y="f714"/>
                  </a:cubicBezTo>
                  <a:cubicBezTo>
                    <a:pt x="f715" y="f716"/>
                    <a:pt x="f717" y="f718"/>
                    <a:pt x="f719" y="f720"/>
                  </a:cubicBezTo>
                  <a:close/>
                  <a:moveTo>
                    <a:pt x="f721" y="f5"/>
                  </a:moveTo>
                  <a:lnTo>
                    <a:pt x="f722" y="f5"/>
                  </a:lnTo>
                  <a:lnTo>
                    <a:pt x="f723" y="f724"/>
                  </a:lnTo>
                  <a:cubicBezTo>
                    <a:pt x="f725" y="f726"/>
                    <a:pt x="f727" y="f728"/>
                    <a:pt x="f729" y="f730"/>
                  </a:cubicBezTo>
                  <a:cubicBezTo>
                    <a:pt x="f731" y="f732"/>
                    <a:pt x="f733" y="f734"/>
                    <a:pt x="f735" y="f736"/>
                  </a:cubicBezTo>
                  <a:cubicBezTo>
                    <a:pt x="f737" y="f738"/>
                    <a:pt x="f739" y="f740"/>
                    <a:pt x="f741" y="f742"/>
                  </a:cubicBezTo>
                  <a:cubicBezTo>
                    <a:pt x="f743" y="f744"/>
                    <a:pt x="f745" y="f746"/>
                    <a:pt x="f747" y="f748"/>
                  </a:cubicBezTo>
                  <a:cubicBezTo>
                    <a:pt x="f749" y="f750"/>
                    <a:pt x="f751" y="f752"/>
                    <a:pt x="f753" y="f754"/>
                  </a:cubicBezTo>
                  <a:cubicBezTo>
                    <a:pt x="f755" y="f756"/>
                    <a:pt x="f757" y="f758"/>
                    <a:pt x="f759" y="f760"/>
                  </a:cubicBezTo>
                  <a:cubicBezTo>
                    <a:pt x="f761" y="f762"/>
                    <a:pt x="f763" y="f764"/>
                    <a:pt x="f765" y="f766"/>
                  </a:cubicBezTo>
                  <a:cubicBezTo>
                    <a:pt x="f767" y="f768"/>
                    <a:pt x="f769" y="f770"/>
                    <a:pt x="f771" y="f772"/>
                  </a:cubicBezTo>
                  <a:cubicBezTo>
                    <a:pt x="f773" y="f774"/>
                    <a:pt x="f775" y="f776"/>
                    <a:pt x="f777" y="f778"/>
                  </a:cubicBezTo>
                  <a:cubicBezTo>
                    <a:pt x="f779" y="f780"/>
                    <a:pt x="f781" y="f782"/>
                    <a:pt x="f783" y="f784"/>
                  </a:cubicBezTo>
                  <a:cubicBezTo>
                    <a:pt x="f785" y="f786"/>
                    <a:pt x="f787" y="f788"/>
                    <a:pt x="f789" y="f790"/>
                  </a:cubicBezTo>
                  <a:cubicBezTo>
                    <a:pt x="f791" y="f792"/>
                    <a:pt x="f793" y="f794"/>
                    <a:pt x="f795" y="f796"/>
                  </a:cubicBezTo>
                  <a:cubicBezTo>
                    <a:pt x="f797" y="f798"/>
                    <a:pt x="f799" y="f800"/>
                    <a:pt x="f801" y="f802"/>
                  </a:cubicBezTo>
                  <a:cubicBezTo>
                    <a:pt x="f803" y="f804"/>
                    <a:pt x="f805" y="f806"/>
                    <a:pt x="f807" y="f808"/>
                  </a:cubicBezTo>
                  <a:cubicBezTo>
                    <a:pt x="f809" y="f810"/>
                    <a:pt x="f811" y="f812"/>
                    <a:pt x="f813" y="f814"/>
                  </a:cubicBezTo>
                  <a:cubicBezTo>
                    <a:pt x="f815" y="f816"/>
                    <a:pt x="f817" y="f818"/>
                    <a:pt x="f819" y="f820"/>
                  </a:cubicBezTo>
                  <a:lnTo>
                    <a:pt x="f821" y="f7"/>
                  </a:lnTo>
                  <a:lnTo>
                    <a:pt x="f822" y="f7"/>
                  </a:lnTo>
                  <a:lnTo>
                    <a:pt x="f823" y="f824"/>
                  </a:lnTo>
                  <a:cubicBezTo>
                    <a:pt x="f825" y="f826"/>
                    <a:pt x="f827" y="f828"/>
                    <a:pt x="f829" y="f830"/>
                  </a:cubicBezTo>
                  <a:cubicBezTo>
                    <a:pt x="f831" y="f832"/>
                    <a:pt x="f833" y="f834"/>
                    <a:pt x="f835" y="f836"/>
                  </a:cubicBezTo>
                  <a:cubicBezTo>
                    <a:pt x="f837" y="f838"/>
                    <a:pt x="f839" y="f840"/>
                    <a:pt x="f841" y="f842"/>
                  </a:cubicBezTo>
                  <a:cubicBezTo>
                    <a:pt x="f843" y="f844"/>
                    <a:pt x="f845" y="f846"/>
                    <a:pt x="f847" y="f848"/>
                  </a:cubicBezTo>
                  <a:cubicBezTo>
                    <a:pt x="f849" y="f850"/>
                    <a:pt x="f851" y="f852"/>
                    <a:pt x="f853" y="f854"/>
                  </a:cubicBezTo>
                  <a:cubicBezTo>
                    <a:pt x="f855" y="f856"/>
                    <a:pt x="f857" y="f858"/>
                    <a:pt x="f859" y="f860"/>
                  </a:cubicBezTo>
                  <a:cubicBezTo>
                    <a:pt x="f861" y="f862"/>
                    <a:pt x="f863" y="f864"/>
                    <a:pt x="f865" y="f866"/>
                  </a:cubicBezTo>
                  <a:cubicBezTo>
                    <a:pt x="f867" y="f868"/>
                    <a:pt x="f869" y="f870"/>
                    <a:pt x="f871" y="f872"/>
                  </a:cubicBezTo>
                  <a:cubicBezTo>
                    <a:pt x="f873" y="f874"/>
                    <a:pt x="f875" y="f876"/>
                    <a:pt x="f877" y="f878"/>
                  </a:cubicBezTo>
                  <a:cubicBezTo>
                    <a:pt x="f879" y="f880"/>
                    <a:pt x="f881" y="f882"/>
                    <a:pt x="f883" y="f884"/>
                  </a:cubicBezTo>
                  <a:cubicBezTo>
                    <a:pt x="f885" y="f886"/>
                    <a:pt x="f887" y="f888"/>
                    <a:pt x="f889" y="f890"/>
                  </a:cubicBezTo>
                  <a:cubicBezTo>
                    <a:pt x="f891" y="f892"/>
                    <a:pt x="f893" y="f894"/>
                    <a:pt x="f895" y="f896"/>
                  </a:cubicBezTo>
                  <a:cubicBezTo>
                    <a:pt x="f897" y="f898"/>
                    <a:pt x="f899" y="f900"/>
                    <a:pt x="f901" y="f902"/>
                  </a:cubicBezTo>
                  <a:cubicBezTo>
                    <a:pt x="f903" y="f904"/>
                    <a:pt x="f905" y="f906"/>
                    <a:pt x="f907" y="f908"/>
                  </a:cubicBezTo>
                  <a:cubicBezTo>
                    <a:pt x="f909" y="f910"/>
                    <a:pt x="f911" y="f912"/>
                    <a:pt x="f913" y="f914"/>
                  </a:cubicBezTo>
                  <a:cubicBezTo>
                    <a:pt x="f915" y="f916"/>
                    <a:pt x="f917" y="f918"/>
                    <a:pt x="f919" y="f920"/>
                  </a:cubicBezTo>
                  <a:cubicBezTo>
                    <a:pt x="f921" y="f922"/>
                    <a:pt x="f923" y="f924"/>
                    <a:pt x="f925" y="f926"/>
                  </a:cubicBezTo>
                  <a:cubicBezTo>
                    <a:pt x="f927" y="f928"/>
                    <a:pt x="f929" y="f930"/>
                    <a:pt x="f931" y="f932"/>
                  </a:cubicBezTo>
                  <a:cubicBezTo>
                    <a:pt x="f933" y="f934"/>
                    <a:pt x="f935" y="f936"/>
                    <a:pt x="f937" y="f938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10000"/>
                  </a:srgbClr>
                </a:gs>
                <a:gs pos="100000">
                  <a:srgbClr val="B22600">
                    <a:alpha val="20000"/>
                  </a:srgbClr>
                </a:gs>
              </a:gsLst>
              <a:lin ang="12000000"/>
            </a:gra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Lato"/>
              </a:endParaRPr>
            </a:p>
          </p:txBody>
        </p:sp>
        <p:sp>
          <p:nvSpPr>
            <p:cNvPr id="11" name="Freeform: Shape 20">
              <a:extLst>
                <a:ext uri="{FF2B5EF4-FFF2-40B4-BE49-F238E27FC236}">
                  <a16:creationId xmlns:a16="http://schemas.microsoft.com/office/drawing/2014/main" id="{5B31F2F0-AD44-EB5C-8A2C-6031418838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Move="1" noResize="1"/>
            </p:cNvSpPr>
            <p:nvPr/>
          </p:nvSpPr>
          <p:spPr>
            <a:xfrm>
              <a:off x="1308323" y="3986"/>
              <a:ext cx="9767849" cy="685800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9767847"/>
                <a:gd name="f7" fmla="val 6858000"/>
                <a:gd name="f8" fmla="val 7151367"/>
                <a:gd name="f9" fmla="val 7881247"/>
                <a:gd name="f10" fmla="val 7990553"/>
                <a:gd name="f11" fmla="val 81317"/>
                <a:gd name="f12" fmla="val 9075991"/>
                <a:gd name="f13" fmla="val 929334"/>
                <a:gd name="f14" fmla="val 2212695"/>
                <a:gd name="f15" fmla="val 3649031"/>
                <a:gd name="f16" fmla="val 4766182"/>
                <a:gd name="f17" fmla="val 9349317"/>
                <a:gd name="f18" fmla="val 5790792"/>
                <a:gd name="f19" fmla="val 8652597"/>
                <a:gd name="f20" fmla="val 6590005"/>
                <a:gd name="f21" fmla="val 8395306"/>
                <a:gd name="f22" fmla="val 6762603"/>
                <a:gd name="f23" fmla="val 6765962"/>
                <a:gd name="f24" fmla="val 6854844"/>
                <a:gd name="f25" fmla="val 6779036"/>
                <a:gd name="f26" fmla="val 6842703"/>
                <a:gd name="f27" fmla="val 6791663"/>
                <a:gd name="f28" fmla="val 6829621"/>
                <a:gd name="f29" fmla="val 6804586"/>
                <a:gd name="f30" fmla="val 6817103"/>
                <a:gd name="f31" fmla="val 6881735"/>
                <a:gd name="f32" fmla="val 6741197"/>
                <a:gd name="f33" fmla="val 6907435"/>
                <a:gd name="f34" fmla="val 6715881"/>
                <a:gd name="f35" fmla="val 6933134"/>
                <a:gd name="f36" fmla="val 6690798"/>
                <a:gd name="f37" fmla="val 6958883"/>
                <a:gd name="f38" fmla="val 6664822"/>
                <a:gd name="f39" fmla="val 7267925"/>
                <a:gd name="f40" fmla="val 6355694"/>
                <a:gd name="f41" fmla="val 7424360"/>
                <a:gd name="f42" fmla="val 6200685"/>
                <a:gd name="f43" fmla="val 7450754"/>
                <a:gd name="f44" fmla="val 6174802"/>
                <a:gd name="f45" fmla="val 7477598"/>
                <a:gd name="f46" fmla="val 6148731"/>
                <a:gd name="f47" fmla="val 7504938"/>
                <a:gd name="f48" fmla="val 6122708"/>
                <a:gd name="f49" fmla="val 7546396"/>
                <a:gd name="f50" fmla="val 6083697"/>
                <a:gd name="f51" fmla="val 7560264"/>
                <a:gd name="f52" fmla="val 6070803"/>
                <a:gd name="f53" fmla="val 7574780"/>
                <a:gd name="f54" fmla="val 6057532"/>
                <a:gd name="f55" fmla="val 7588002"/>
                <a:gd name="f56" fmla="val 6045532"/>
                <a:gd name="f57" fmla="val 7631000"/>
                <a:gd name="f58" fmla="val 6006709"/>
                <a:gd name="f59" fmla="val 7675440"/>
                <a:gd name="f60" fmla="val 5968309"/>
                <a:gd name="f61" fmla="val 7690404"/>
                <a:gd name="f62" fmla="val 5955698"/>
                <a:gd name="f63" fmla="val 7705564"/>
                <a:gd name="f64" fmla="val 5943321"/>
                <a:gd name="f65" fmla="val 7720626"/>
                <a:gd name="f66" fmla="val 5930851"/>
                <a:gd name="f67" fmla="val 7735738"/>
                <a:gd name="f68" fmla="val 5918427"/>
                <a:gd name="f69" fmla="val 7751197"/>
                <a:gd name="f70" fmla="val 5906521"/>
                <a:gd name="f71" fmla="val 7766458"/>
                <a:gd name="f72" fmla="val 5894334"/>
                <a:gd name="f73" fmla="val 7827949"/>
                <a:gd name="f74" fmla="val 5846192"/>
                <a:gd name="f75" fmla="val 7890979"/>
                <a:gd name="f76" fmla="val 5800499"/>
                <a:gd name="f77" fmla="val 7955254"/>
                <a:gd name="f78" fmla="val 5756828"/>
                <a:gd name="f79" fmla="val 8083800"/>
                <a:gd name="f80" fmla="val 5669534"/>
                <a:gd name="f81" fmla="val 8216872"/>
                <a:gd name="f82" fmla="val 5590336"/>
                <a:gd name="f83" fmla="val 8352678"/>
                <a:gd name="f84" fmla="val 5517630"/>
                <a:gd name="f85" fmla="val 8451350"/>
                <a:gd name="f86" fmla="val 5465254"/>
                <a:gd name="f87" fmla="val 8548532"/>
                <a:gd name="f88" fmla="val 5413395"/>
                <a:gd name="f89" fmla="val 8612110"/>
                <a:gd name="f90" fmla="val 5379090"/>
                <a:gd name="f91" fmla="val 8673251"/>
                <a:gd name="f92" fmla="val 5345208"/>
                <a:gd name="f93" fmla="val 8729473"/>
                <a:gd name="f94" fmla="val 5309961"/>
                <a:gd name="f95" fmla="val 8743591"/>
                <a:gd name="f96" fmla="val 5301115"/>
                <a:gd name="f97" fmla="val 8757161"/>
                <a:gd name="f98" fmla="val 5292361"/>
                <a:gd name="f99" fmla="val 8770781"/>
                <a:gd name="f100" fmla="val 5283232"/>
                <a:gd name="f101" fmla="val 8777591"/>
                <a:gd name="f102" fmla="val 5278667"/>
                <a:gd name="f103" fmla="val 8784451"/>
                <a:gd name="f104" fmla="val 5274103"/>
                <a:gd name="f105" fmla="val 8790964"/>
                <a:gd name="f106" fmla="val 5269492"/>
                <a:gd name="f107" fmla="val 8797574"/>
                <a:gd name="f108" fmla="val 5264879"/>
                <a:gd name="f109" fmla="val 8804235"/>
                <a:gd name="f110" fmla="val 5260314"/>
                <a:gd name="f111" fmla="val 8810499"/>
                <a:gd name="f112" fmla="val 5255703"/>
                <a:gd name="f113" fmla="val 8835999"/>
                <a:gd name="f114" fmla="val 5237303"/>
                <a:gd name="f115" fmla="val 8860407"/>
                <a:gd name="f116" fmla="val 5218291"/>
                <a:gd name="f117" fmla="val 8883571"/>
                <a:gd name="f118" fmla="val 5198479"/>
                <a:gd name="f119" fmla="val 8929900"/>
                <a:gd name="f120" fmla="val 5158856"/>
                <a:gd name="f121" fmla="val 8971258"/>
                <a:gd name="f122" fmla="val 5116315"/>
                <a:gd name="f123" fmla="val 9006651"/>
                <a:gd name="f124" fmla="val 5070527"/>
                <a:gd name="f125" fmla="val 9015351"/>
                <a:gd name="f126" fmla="val 5059328"/>
                <a:gd name="f127" fmla="val 9024398"/>
                <a:gd name="f128" fmla="val 5046857"/>
                <a:gd name="f129" fmla="val 9033494"/>
                <a:gd name="f130" fmla="val 5034105"/>
                <a:gd name="f131" fmla="val 9040305"/>
                <a:gd name="f132" fmla="val 5024551"/>
                <a:gd name="f133" fmla="val 9046568"/>
                <a:gd name="f134" fmla="val 5015281"/>
                <a:gd name="f135" fmla="val 9050743"/>
                <a:gd name="f136" fmla="val 5009163"/>
                <a:gd name="f137" fmla="val 9054819"/>
                <a:gd name="f138" fmla="val 5002952"/>
                <a:gd name="f139" fmla="val 9058846"/>
                <a:gd name="f140" fmla="val 4996645"/>
                <a:gd name="f141" fmla="val 9075002"/>
                <a:gd name="f142" fmla="val 4971517"/>
                <a:gd name="f143" fmla="val 9090212"/>
                <a:gd name="f144" fmla="val 4945305"/>
                <a:gd name="f145" fmla="val 9104529"/>
                <a:gd name="f146" fmla="val 4918105"/>
                <a:gd name="f147" fmla="val 9133211"/>
                <a:gd name="f148" fmla="val 4863752"/>
                <a:gd name="f149" fmla="val 9158313"/>
                <a:gd name="f150" fmla="val 4805447"/>
                <a:gd name="f151" fmla="val 9181081"/>
                <a:gd name="f152" fmla="val 4744694"/>
                <a:gd name="f153" fmla="val 9203748"/>
                <a:gd name="f154" fmla="val 4684178"/>
                <a:gd name="f155" fmla="val 9223383"/>
                <a:gd name="f156" fmla="val 4621778"/>
                <a:gd name="f157" fmla="val 9240731"/>
                <a:gd name="f158" fmla="val 4557872"/>
                <a:gd name="f159" fmla="val 9249481"/>
                <a:gd name="f160" fmla="val 4525966"/>
                <a:gd name="f161" fmla="val 9257682"/>
                <a:gd name="f162" fmla="val 4493684"/>
                <a:gd name="f163" fmla="val 9265388"/>
                <a:gd name="f164" fmla="val 4461073"/>
                <a:gd name="f165" fmla="val 9269215"/>
                <a:gd name="f166" fmla="val 4444744"/>
                <a:gd name="f167" fmla="val 9272943"/>
                <a:gd name="f168" fmla="val 4428367"/>
                <a:gd name="f169" fmla="val 9276571"/>
                <a:gd name="f170" fmla="val 4411943"/>
                <a:gd name="f171" fmla="val 9281841"/>
                <a:gd name="f172" fmla="val 4387379"/>
                <a:gd name="f173" fmla="val 9286513"/>
                <a:gd name="f174" fmla="val 4364838"/>
                <a:gd name="f175" fmla="val 9296754"/>
                <a:gd name="f176" fmla="val 4312038"/>
                <a:gd name="f177" fmla="val 9301029"/>
                <a:gd name="f178" fmla="val 4289074"/>
                <a:gd name="f179" fmla="val 9302818"/>
                <a:gd name="f180" fmla="val 4278581"/>
                <a:gd name="f181" fmla="val 9304658"/>
                <a:gd name="f182" fmla="val 4266816"/>
                <a:gd name="f183" fmla="val 9312810"/>
                <a:gd name="f184" fmla="val 4215945"/>
                <a:gd name="f185" fmla="val 9316887"/>
                <a:gd name="f186" fmla="val 4190486"/>
                <a:gd name="f187" fmla="val 9318923"/>
                <a:gd name="f188" fmla="val 4177780"/>
                <a:gd name="f189" fmla="val 9319570"/>
                <a:gd name="f190" fmla="val 4173546"/>
                <a:gd name="f191" fmla="val 9319969"/>
                <a:gd name="f192" fmla="val 4169169"/>
                <a:gd name="f193" fmla="val 9320515"/>
                <a:gd name="f194" fmla="val 4164886"/>
                <a:gd name="f195" fmla="val 9332445"/>
                <a:gd name="f196" fmla="val 4064981"/>
                <a:gd name="f197" fmla="val 9333836"/>
                <a:gd name="f198" fmla="val 4052370"/>
                <a:gd name="f199" fmla="val 9334880"/>
                <a:gd name="f200" fmla="val 4036888"/>
                <a:gd name="f201" fmla="val 9336173"/>
                <a:gd name="f202" fmla="val 4018676"/>
                <a:gd name="f203" fmla="val 9340199"/>
                <a:gd name="f204" fmla="val 3965171"/>
                <a:gd name="f205" fmla="val 9345071"/>
                <a:gd name="f206" fmla="val 3899806"/>
                <a:gd name="f207" fmla="val 9347358"/>
                <a:gd name="f208" fmla="val 3832983"/>
                <a:gd name="f209" fmla="val 9347557"/>
                <a:gd name="f210" fmla="val 3765972"/>
                <a:gd name="f211" fmla="val 9347656"/>
                <a:gd name="f212" fmla="val 3732420"/>
                <a:gd name="f213" fmla="val 9347209"/>
                <a:gd name="f214" fmla="val 3698773"/>
                <a:gd name="f215" fmla="val 9346364"/>
                <a:gd name="f216" fmla="val 3664938"/>
                <a:gd name="f217" fmla="val 9344921"/>
                <a:gd name="f218" fmla="val 3615243"/>
                <a:gd name="f219" fmla="val 9344524"/>
                <a:gd name="f220" fmla="val 3603526"/>
                <a:gd name="f221" fmla="val 9343728"/>
                <a:gd name="f222" fmla="val 3590774"/>
                <a:gd name="f223" fmla="val 9342188"/>
                <a:gd name="f224" fmla="val 3565268"/>
                <a:gd name="f225" fmla="val 9339056"/>
                <a:gd name="f226" fmla="val 3514256"/>
                <a:gd name="f227" fmla="val 9337914"/>
                <a:gd name="f228" fmla="val 3497221"/>
                <a:gd name="f229" fmla="val 9335874"/>
                <a:gd name="f230" fmla="val 3480138"/>
                <a:gd name="f231" fmla="val 9334334"/>
                <a:gd name="f232" fmla="val 3463057"/>
                <a:gd name="f233" fmla="val 9329363"/>
                <a:gd name="f234" fmla="val 3411810"/>
                <a:gd name="f235" fmla="val 9328319"/>
                <a:gd name="f236" fmla="val 3400657"/>
                <a:gd name="f237" fmla="val 9327177"/>
                <a:gd name="f238" fmla="val 3390116"/>
                <a:gd name="f239" fmla="val 9324293"/>
                <a:gd name="f240" fmla="val 3366774"/>
                <a:gd name="f241" fmla="val 9320763"/>
                <a:gd name="f242" fmla="val 3340329"/>
                <a:gd name="f243" fmla="val 9317184"/>
                <a:gd name="f244" fmla="val 3311245"/>
                <a:gd name="f245" fmla="val 9315594"/>
                <a:gd name="f246" fmla="val 3296893"/>
                <a:gd name="f247" fmla="val 9313506"/>
                <a:gd name="f248" fmla="val 3282306"/>
                <a:gd name="f249" fmla="val 9311021"/>
                <a:gd name="f250" fmla="val 3266211"/>
                <a:gd name="f251" fmla="val 9302719"/>
                <a:gd name="f252" fmla="val 3215717"/>
                <a:gd name="f253" fmla="val 9299936"/>
                <a:gd name="f254" fmla="val 3199059"/>
                <a:gd name="f255" fmla="val 9297003"/>
                <a:gd name="f256" fmla="val 3182400"/>
                <a:gd name="f257" fmla="val 9293970"/>
                <a:gd name="f258" fmla="val 3165789"/>
                <a:gd name="f259" fmla="val 9281891"/>
                <a:gd name="f260" fmla="val 3099295"/>
                <a:gd name="f261" fmla="val 9267674"/>
                <a:gd name="f262" fmla="val 3033084"/>
                <a:gd name="f263" fmla="val 9252065"/>
                <a:gd name="f264" fmla="val 2967107"/>
                <a:gd name="f265" fmla="val 9244261"/>
                <a:gd name="f266" fmla="val 2934167"/>
                <a:gd name="f267" fmla="val 9235959"/>
                <a:gd name="f268" fmla="val 2901273"/>
                <a:gd name="f269" fmla="val 9227211"/>
                <a:gd name="f270" fmla="val 2868473"/>
                <a:gd name="f271" fmla="val 9220699"/>
                <a:gd name="f272" fmla="val 2844426"/>
                <a:gd name="f273" fmla="val 9213740"/>
                <a:gd name="f274" fmla="val 2820191"/>
                <a:gd name="f275" fmla="val 9209216"/>
                <a:gd name="f276" fmla="val 2804049"/>
                <a:gd name="f277" fmla="val 9204345"/>
                <a:gd name="f278" fmla="val 2787768"/>
                <a:gd name="f279" fmla="val 9199374"/>
                <a:gd name="f280" fmla="val 2771438"/>
                <a:gd name="f281" fmla="val 9159855"/>
                <a:gd name="f282" fmla="val 2641086"/>
                <a:gd name="f283" fmla="val 9114272"/>
                <a:gd name="f284" fmla="val 2512099"/>
                <a:gd name="f285" fmla="val 9061829"/>
                <a:gd name="f286" fmla="val 2385418"/>
                <a:gd name="f287" fmla="val 9035582"/>
                <a:gd name="f288" fmla="val 2322077"/>
                <a:gd name="f289" fmla="val 9008043"/>
                <a:gd name="f290" fmla="val 2259160"/>
                <a:gd name="f291" fmla="val 8978865"/>
                <a:gd name="f292" fmla="val 2196855"/>
                <a:gd name="f293" fmla="val 8956694"/>
                <a:gd name="f294" fmla="val 2150219"/>
                <a:gd name="f295" fmla="val 8934176"/>
                <a:gd name="f296" fmla="val 2103914"/>
                <a:gd name="f297" fmla="val 8918915"/>
                <a:gd name="f298" fmla="val 2073091"/>
                <a:gd name="f299" fmla="val 8903157"/>
                <a:gd name="f300" fmla="val 2042032"/>
                <a:gd name="f301" fmla="val 8887151"/>
                <a:gd name="f302" fmla="val 2011350"/>
                <a:gd name="f303" fmla="val 8854988"/>
                <a:gd name="f304" fmla="val 1949891"/>
                <a:gd name="f305" fmla="val 8822082"/>
                <a:gd name="f306" fmla="val 1888810"/>
                <a:gd name="f307" fmla="val 8787533"/>
                <a:gd name="f308" fmla="val 1828527"/>
                <a:gd name="f309" fmla="val 8761485"/>
                <a:gd name="f310" fmla="val 1783398"/>
                <a:gd name="f311" fmla="val 8734791"/>
                <a:gd name="f312" fmla="val 1737893"/>
                <a:gd name="f313" fmla="val 8717047"/>
                <a:gd name="f314" fmla="val 1707823"/>
                <a:gd name="f315" fmla="val 8699200"/>
                <a:gd name="f316" fmla="val 1678363"/>
                <a:gd name="f317" fmla="val 8680808"/>
                <a:gd name="f318" fmla="val 1648812"/>
                <a:gd name="f319" fmla="val 8644322"/>
                <a:gd name="f320" fmla="val 1589658"/>
                <a:gd name="f321" fmla="val 8606194"/>
                <a:gd name="f322" fmla="val 1531118"/>
                <a:gd name="f323" fmla="val 8567024"/>
                <a:gd name="f324" fmla="val 1472906"/>
                <a:gd name="f325" fmla="val 8537446"/>
                <a:gd name="f326" fmla="val 1429330"/>
                <a:gd name="f327" fmla="val 8507423"/>
                <a:gd name="f328" fmla="val 1385896"/>
                <a:gd name="f329" fmla="val 8487390"/>
                <a:gd name="f330" fmla="val 1357284"/>
                <a:gd name="f331" fmla="val 8467158"/>
                <a:gd name="f332" fmla="val 1328719"/>
                <a:gd name="f333" fmla="val 8446529"/>
                <a:gd name="f334" fmla="val 1300295"/>
                <a:gd name="f335" fmla="val 8405271"/>
                <a:gd name="f336" fmla="val 1243496"/>
                <a:gd name="f337" fmla="val 8362718"/>
                <a:gd name="f338" fmla="val 1187120"/>
                <a:gd name="f339" fmla="val 8319224"/>
                <a:gd name="f340" fmla="val 1131026"/>
                <a:gd name="f341" fmla="val 8286366"/>
                <a:gd name="f342" fmla="val 1089050"/>
                <a:gd name="f343" fmla="val 8270161"/>
                <a:gd name="f344" fmla="val 1068439"/>
                <a:gd name="f345" fmla="val 8253856"/>
                <a:gd name="f346" fmla="val 1048156"/>
                <a:gd name="f347" fmla="val 8231636"/>
                <a:gd name="f348" fmla="val 1020675"/>
                <a:gd name="f349" fmla="val 8209117"/>
                <a:gd name="f350" fmla="val 993381"/>
                <a:gd name="f351" fmla="val 8186352"/>
                <a:gd name="f352" fmla="val 966275"/>
                <a:gd name="f353" fmla="val 8140917"/>
                <a:gd name="f354" fmla="val 911922"/>
                <a:gd name="f355" fmla="val 8094240"/>
                <a:gd name="f356" fmla="val 858417"/>
                <a:gd name="f357" fmla="val 8046768"/>
                <a:gd name="f358" fmla="val 805429"/>
                <a:gd name="f359" fmla="val 8010927"/>
                <a:gd name="f360" fmla="val 765853"/>
                <a:gd name="f361" fmla="val 7974788"/>
                <a:gd name="f362" fmla="val 726653"/>
                <a:gd name="f363" fmla="val 7950382"/>
                <a:gd name="f364" fmla="val 700489"/>
                <a:gd name="f365" fmla="val 7925824"/>
                <a:gd name="f366" fmla="val 674465"/>
                <a:gd name="f367" fmla="val 7901070"/>
                <a:gd name="f368" fmla="val 648724"/>
                <a:gd name="f369" fmla="val 7851510"/>
                <a:gd name="f370" fmla="val 597289"/>
                <a:gd name="f371" fmla="val 7801404"/>
                <a:gd name="f372" fmla="val 546514"/>
                <a:gd name="f373" fmla="val 7750054"/>
                <a:gd name="f374" fmla="val 497008"/>
                <a:gd name="f375" fmla="val 7698902"/>
                <a:gd name="f376" fmla="val 447644"/>
                <a:gd name="f377" fmla="val 7645913"/>
                <a:gd name="f378" fmla="val 398938"/>
                <a:gd name="f379" fmla="val 7592277"/>
                <a:gd name="f380" fmla="val 351221"/>
                <a:gd name="f381" fmla="val 7484856"/>
                <a:gd name="f382" fmla="val 255786"/>
                <a:gd name="f383" fmla="val 7373308"/>
                <a:gd name="f384" fmla="val 164304"/>
                <a:gd name="f385" fmla="val 7257734"/>
                <a:gd name="f386" fmla="val 76964"/>
                <a:gd name="f387" fmla="val 1886601"/>
                <a:gd name="f388" fmla="val 2292926"/>
                <a:gd name="f389" fmla="val 2135542"/>
                <a:gd name="f390" fmla="val 117781"/>
                <a:gd name="f391" fmla="val 2078998"/>
                <a:gd name="f392" fmla="val 162280"/>
                <a:gd name="f393" fmla="val 2023659"/>
                <a:gd name="f394" fmla="val 208045"/>
                <a:gd name="f395" fmla="val 1969576"/>
                <a:gd name="f396" fmla="val 254986"/>
                <a:gd name="f397" fmla="val 1861309"/>
                <a:gd name="f398" fmla="val 348820"/>
                <a:gd name="f399" fmla="val 1758064"/>
                <a:gd name="f400" fmla="val 447314"/>
                <a:gd name="f401" fmla="val 1659938"/>
                <a:gd name="f402" fmla="val 549855"/>
                <a:gd name="f403" fmla="val 1266987"/>
                <a:gd name="f404" fmla="val 960346"/>
                <a:gd name="f405" fmla="val 953820"/>
                <a:gd name="f406" fmla="val 1431495"/>
                <a:gd name="f407" fmla="val 729383"/>
                <a:gd name="f408" fmla="val 1936480"/>
                <a:gd name="f409" fmla="val 673260"/>
                <a:gd name="f410" fmla="val 2062362"/>
                <a:gd name="f411" fmla="val 622855"/>
                <a:gd name="f412" fmla="val 2190972"/>
                <a:gd name="f413" fmla="val 578465"/>
                <a:gd name="f414" fmla="val 2320807"/>
                <a:gd name="f415" fmla="val 534125"/>
                <a:gd name="f416" fmla="val 2450687"/>
                <a:gd name="f417" fmla="val 496147"/>
                <a:gd name="f418" fmla="val 2582216"/>
                <a:gd name="f419" fmla="val 465080"/>
                <a:gd name="f420" fmla="val 2714875"/>
                <a:gd name="f421" fmla="val 449769"/>
                <a:gd name="f422" fmla="val 2780991"/>
                <a:gd name="f423" fmla="val 435850"/>
                <a:gd name="f424" fmla="val 2848191"/>
                <a:gd name="f425" fmla="val 423820"/>
                <a:gd name="f426" fmla="val 2915436"/>
                <a:gd name="f427" fmla="val 411840"/>
                <a:gd name="f428" fmla="val 2982731"/>
                <a:gd name="f429" fmla="val 401054"/>
                <a:gd name="f430" fmla="val 3050260"/>
                <a:gd name="f431" fmla="val 392355"/>
                <a:gd name="f432" fmla="val 3118071"/>
                <a:gd name="f433" fmla="val 374509"/>
                <a:gd name="f434" fmla="val 3253646"/>
                <a:gd name="f435" fmla="val 363424"/>
                <a:gd name="f436" fmla="val 3389880"/>
                <a:gd name="f437" fmla="val 358801"/>
                <a:gd name="f438" fmla="val 3526915"/>
                <a:gd name="f439" fmla="val 349009"/>
                <a:gd name="f440" fmla="val 3800843"/>
                <a:gd name="f441" fmla="val 366357"/>
                <a:gd name="f442" fmla="val 4075570"/>
                <a:gd name="f443" fmla="val 410350"/>
                <a:gd name="f444" fmla="val 4348226"/>
                <a:gd name="f445" fmla="val 421286"/>
                <a:gd name="f446" fmla="val 4416132"/>
                <a:gd name="f447" fmla="val 434209"/>
                <a:gd name="f448" fmla="val 4483660"/>
                <a:gd name="f449" fmla="val 449022"/>
                <a:gd name="f450" fmla="val 4551049"/>
                <a:gd name="f451" fmla="val 463737"/>
                <a:gd name="f452" fmla="val 4618436"/>
                <a:gd name="f453" fmla="val 480389"/>
                <a:gd name="f454" fmla="val 4685588"/>
                <a:gd name="f455" fmla="val 498882"/>
                <a:gd name="f456" fmla="val 4752365"/>
                <a:gd name="f457" fmla="val 517373"/>
                <a:gd name="f458" fmla="val 4819141"/>
                <a:gd name="f459" fmla="val 537704"/>
                <a:gd name="f460" fmla="val 4885635"/>
                <a:gd name="f461" fmla="val 559775"/>
                <a:gd name="f462" fmla="val 4951657"/>
                <a:gd name="f463" fmla="val 581946"/>
                <a:gd name="f464" fmla="val 5017775"/>
                <a:gd name="f465" fmla="val 605358"/>
                <a:gd name="f466" fmla="val 5083375"/>
                <a:gd name="f467" fmla="val 631406"/>
                <a:gd name="f468" fmla="val 5147986"/>
                <a:gd name="f469" fmla="val 734055"/>
                <a:gd name="f470" fmla="val 5407608"/>
                <a:gd name="f471" fmla="val 865188"/>
                <a:gd name="f472" fmla="val 5658570"/>
                <a:gd name="f473" fmla="val 1023461"/>
                <a:gd name="f474" fmla="val 5893957"/>
                <a:gd name="f475" fmla="val 1181487"/>
                <a:gd name="f476" fmla="val 6129578"/>
                <a:gd name="f477" fmla="val 1367051"/>
                <a:gd name="f478" fmla="val 6349247"/>
                <a:gd name="f479" fmla="val 1575880"/>
                <a:gd name="f480" fmla="val 6547646"/>
                <a:gd name="f481" fmla="val 1680269"/>
                <a:gd name="f482" fmla="val 6646916"/>
                <a:gd name="f483" fmla="val 1790338"/>
                <a:gd name="f484" fmla="val 6740939"/>
                <a:gd name="f485" fmla="val 1905228"/>
                <a:gd name="f486" fmla="val 6829468"/>
                <a:gd name="f487" fmla="val 1944230"/>
                <a:gd name="f488" fmla="val 1372541"/>
                <a:gd name="f489" fmla="val 1115251"/>
                <a:gd name="f490" fmla="val 418530"/>
                <a:gd name="f491" fmla="val 691856"/>
                <a:gd name="f492" fmla="val 1777294"/>
                <a:gd name="f493" fmla="+- 0 0 -90"/>
                <a:gd name="f494" fmla="*/ f3 1 9767847"/>
                <a:gd name="f495" fmla="*/ f4 1 6858000"/>
                <a:gd name="f496" fmla="+- f7 0 f5"/>
                <a:gd name="f497" fmla="+- f6 0 f5"/>
                <a:gd name="f498" fmla="*/ f493 f0 1"/>
                <a:gd name="f499" fmla="*/ f497 1 9767847"/>
                <a:gd name="f500" fmla="*/ f496 1 6858000"/>
                <a:gd name="f501" fmla="*/ 7151367 f497 1"/>
                <a:gd name="f502" fmla="*/ 0 f496 1"/>
                <a:gd name="f503" fmla="*/ 7881247 f497 1"/>
                <a:gd name="f504" fmla="*/ 7990553 f497 1"/>
                <a:gd name="f505" fmla="*/ 81317 f496 1"/>
                <a:gd name="f506" fmla="*/ 9767847 f497 1"/>
                <a:gd name="f507" fmla="*/ 3649031 f496 1"/>
                <a:gd name="f508" fmla="*/ 8652597 f497 1"/>
                <a:gd name="f509" fmla="*/ 6590005 f496 1"/>
                <a:gd name="f510" fmla="*/ 8395306 f497 1"/>
                <a:gd name="f511" fmla="*/ 6858000 f496 1"/>
                <a:gd name="f512" fmla="*/ 6762603 f497 1"/>
                <a:gd name="f513" fmla="*/ 6765962 f497 1"/>
                <a:gd name="f514" fmla="*/ 6854844 f496 1"/>
                <a:gd name="f515" fmla="*/ 6804586 f497 1"/>
                <a:gd name="f516" fmla="*/ 6817103 f496 1"/>
                <a:gd name="f517" fmla="*/ 6881735 f497 1"/>
                <a:gd name="f518" fmla="*/ 6741197 f496 1"/>
                <a:gd name="f519" fmla="*/ 6958883 f497 1"/>
                <a:gd name="f520" fmla="*/ 6664822 f496 1"/>
                <a:gd name="f521" fmla="*/ 7267925 f497 1"/>
                <a:gd name="f522" fmla="*/ 6355694 f496 1"/>
                <a:gd name="f523" fmla="*/ 7424360 f497 1"/>
                <a:gd name="f524" fmla="*/ 6200685 f496 1"/>
                <a:gd name="f525" fmla="*/ 7504938 f497 1"/>
                <a:gd name="f526" fmla="*/ 6122708 f496 1"/>
                <a:gd name="f527" fmla="*/ 7546396 f497 1"/>
                <a:gd name="f528" fmla="*/ 6083697 f496 1"/>
                <a:gd name="f529" fmla="*/ 7588002 f497 1"/>
                <a:gd name="f530" fmla="*/ 6045532 f496 1"/>
                <a:gd name="f531" fmla="*/ 7631000 f497 1"/>
                <a:gd name="f532" fmla="*/ 6006709 f496 1"/>
                <a:gd name="f533" fmla="*/ 7675440 f497 1"/>
                <a:gd name="f534" fmla="*/ 5968309 f496 1"/>
                <a:gd name="f535" fmla="*/ 7720626 f497 1"/>
                <a:gd name="f536" fmla="*/ 5930851 f496 1"/>
                <a:gd name="f537" fmla="*/ 7766458 f497 1"/>
                <a:gd name="f538" fmla="*/ 5894334 f496 1"/>
                <a:gd name="f539" fmla="*/ 7955254 f497 1"/>
                <a:gd name="f540" fmla="*/ 5756828 f496 1"/>
                <a:gd name="f541" fmla="*/ 8352678 f497 1"/>
                <a:gd name="f542" fmla="*/ 5517630 f496 1"/>
                <a:gd name="f543" fmla="*/ 8451350 f497 1"/>
                <a:gd name="f544" fmla="*/ 5465254 f496 1"/>
                <a:gd name="f545" fmla="*/ 8548532 f497 1"/>
                <a:gd name="f546" fmla="*/ 5413395 f496 1"/>
                <a:gd name="f547" fmla="*/ 8729473 f497 1"/>
                <a:gd name="f548" fmla="*/ 5309961 f496 1"/>
                <a:gd name="f549" fmla="*/ 8770781 f497 1"/>
                <a:gd name="f550" fmla="*/ 5283232 f496 1"/>
                <a:gd name="f551" fmla="*/ 8790964 f497 1"/>
                <a:gd name="f552" fmla="*/ 5269492 f496 1"/>
                <a:gd name="f553" fmla="*/ 8810499 f497 1"/>
                <a:gd name="f554" fmla="*/ 5255703 f496 1"/>
                <a:gd name="f555" fmla="*/ 8883571 f497 1"/>
                <a:gd name="f556" fmla="*/ 5198479 f496 1"/>
                <a:gd name="f557" fmla="*/ 9006651 f497 1"/>
                <a:gd name="f558" fmla="*/ 5070527 f496 1"/>
                <a:gd name="f559" fmla="*/ 9033494 f497 1"/>
                <a:gd name="f560" fmla="*/ 5034105 f496 1"/>
                <a:gd name="f561" fmla="*/ 9040305 f497 1"/>
                <a:gd name="f562" fmla="*/ 5024551 f496 1"/>
                <a:gd name="f563" fmla="*/ 9046568 f497 1"/>
                <a:gd name="f564" fmla="*/ 5015281 f496 1"/>
                <a:gd name="f565" fmla="*/ 9058846 f497 1"/>
                <a:gd name="f566" fmla="*/ 4996645 f496 1"/>
                <a:gd name="f567" fmla="*/ 9104529 f497 1"/>
                <a:gd name="f568" fmla="*/ 4918105 f496 1"/>
                <a:gd name="f569" fmla="*/ 9181081 f497 1"/>
                <a:gd name="f570" fmla="*/ 4744694 f496 1"/>
                <a:gd name="f571" fmla="*/ 9240731 f497 1"/>
                <a:gd name="f572" fmla="*/ 4557872 f496 1"/>
                <a:gd name="f573" fmla="*/ 9265388 f497 1"/>
                <a:gd name="f574" fmla="*/ 4461073 f496 1"/>
                <a:gd name="f575" fmla="*/ 9276571 f497 1"/>
                <a:gd name="f576" fmla="*/ 4411943 f496 1"/>
                <a:gd name="f577" fmla="*/ 9281841 f497 1"/>
                <a:gd name="f578" fmla="*/ 4387379 f496 1"/>
                <a:gd name="f579" fmla="*/ 9286513 f497 1"/>
                <a:gd name="f580" fmla="*/ 4364838 f496 1"/>
                <a:gd name="f581" fmla="*/ 9296754 f497 1"/>
                <a:gd name="f582" fmla="*/ 4312038 f496 1"/>
                <a:gd name="f583" fmla="*/ 9301029 f497 1"/>
                <a:gd name="f584" fmla="*/ 4289074 f496 1"/>
                <a:gd name="f585" fmla="*/ 9302818 f497 1"/>
                <a:gd name="f586" fmla="*/ 4278581 f496 1"/>
                <a:gd name="f587" fmla="*/ 9304658 f497 1"/>
                <a:gd name="f588" fmla="*/ 4266816 f496 1"/>
                <a:gd name="f589" fmla="*/ 9312810 f497 1"/>
                <a:gd name="f590" fmla="*/ 4215945 f496 1"/>
                <a:gd name="f591" fmla="*/ 9316887 f497 1"/>
                <a:gd name="f592" fmla="*/ 4190486 f496 1"/>
                <a:gd name="f593" fmla="*/ 9318923 f497 1"/>
                <a:gd name="f594" fmla="*/ 4177780 f496 1"/>
                <a:gd name="f595" fmla="*/ 9320515 f497 1"/>
                <a:gd name="f596" fmla="*/ 4164886 f496 1"/>
                <a:gd name="f597" fmla="*/ 9332445 f497 1"/>
                <a:gd name="f598" fmla="*/ 4064981 f496 1"/>
                <a:gd name="f599" fmla="*/ 9336173 f497 1"/>
                <a:gd name="f600" fmla="*/ 4018676 f496 1"/>
                <a:gd name="f601" fmla="*/ 9340199 f497 1"/>
                <a:gd name="f602" fmla="*/ 3965171 f496 1"/>
                <a:gd name="f603" fmla="*/ 9347557 f497 1"/>
                <a:gd name="f604" fmla="*/ 3765972 f496 1"/>
                <a:gd name="f605" fmla="*/ 9346364 f497 1"/>
                <a:gd name="f606" fmla="*/ 3664938 f496 1"/>
                <a:gd name="f607" fmla="*/ 9344921 f497 1"/>
                <a:gd name="f608" fmla="*/ 3615243 f496 1"/>
                <a:gd name="f609" fmla="*/ 9344524 f497 1"/>
                <a:gd name="f610" fmla="*/ 3603526 f496 1"/>
                <a:gd name="f611" fmla="*/ 9343728 f497 1"/>
                <a:gd name="f612" fmla="*/ 3590774 f496 1"/>
                <a:gd name="f613" fmla="*/ 9342188 f497 1"/>
                <a:gd name="f614" fmla="*/ 3565268 f496 1"/>
                <a:gd name="f615" fmla="*/ 9339056 f497 1"/>
                <a:gd name="f616" fmla="*/ 3514256 f496 1"/>
                <a:gd name="f617" fmla="*/ 9334334 f497 1"/>
                <a:gd name="f618" fmla="*/ 3463057 f496 1"/>
                <a:gd name="f619" fmla="*/ 9329363 f497 1"/>
                <a:gd name="f620" fmla="*/ 3411810 f496 1"/>
                <a:gd name="f621" fmla="*/ 9328319 f497 1"/>
                <a:gd name="f622" fmla="*/ 3400657 f496 1"/>
                <a:gd name="f623" fmla="*/ 9327177 f497 1"/>
                <a:gd name="f624" fmla="*/ 3390116 f496 1"/>
                <a:gd name="f625" fmla="*/ 9324293 f497 1"/>
                <a:gd name="f626" fmla="*/ 3366774 f496 1"/>
                <a:gd name="f627" fmla="*/ 9320763 f497 1"/>
                <a:gd name="f628" fmla="*/ 3340329 f496 1"/>
                <a:gd name="f629" fmla="*/ 9317184 f497 1"/>
                <a:gd name="f630" fmla="*/ 3311245 f496 1"/>
                <a:gd name="f631" fmla="*/ 9311021 f497 1"/>
                <a:gd name="f632" fmla="*/ 3266211 f496 1"/>
                <a:gd name="f633" fmla="*/ 9302719 f497 1"/>
                <a:gd name="f634" fmla="*/ 3215717 f496 1"/>
                <a:gd name="f635" fmla="*/ 9293970 f497 1"/>
                <a:gd name="f636" fmla="*/ 3165789 f496 1"/>
                <a:gd name="f637" fmla="*/ 9252065 f497 1"/>
                <a:gd name="f638" fmla="*/ 2967107 f496 1"/>
                <a:gd name="f639" fmla="*/ 9227211 f497 1"/>
                <a:gd name="f640" fmla="*/ 2868473 f496 1"/>
                <a:gd name="f641" fmla="*/ 9220699 f497 1"/>
                <a:gd name="f642" fmla="*/ 2844426 f496 1"/>
                <a:gd name="f643" fmla="*/ 9213740 f497 1"/>
                <a:gd name="f644" fmla="*/ 2820191 f496 1"/>
                <a:gd name="f645" fmla="*/ 9199374 f497 1"/>
                <a:gd name="f646" fmla="*/ 2771438 f496 1"/>
                <a:gd name="f647" fmla="*/ 9061829 f497 1"/>
                <a:gd name="f648" fmla="*/ 2385418 f496 1"/>
                <a:gd name="f649" fmla="*/ 8978865 f497 1"/>
                <a:gd name="f650" fmla="*/ 2196855 f496 1"/>
                <a:gd name="f651" fmla="*/ 8956694 f497 1"/>
                <a:gd name="f652" fmla="*/ 2150219 f496 1"/>
                <a:gd name="f653" fmla="*/ 8934176 f497 1"/>
                <a:gd name="f654" fmla="*/ 2103914 f496 1"/>
                <a:gd name="f655" fmla="*/ 8887151 f497 1"/>
                <a:gd name="f656" fmla="*/ 2011350 f496 1"/>
                <a:gd name="f657" fmla="*/ 8787533 f497 1"/>
                <a:gd name="f658" fmla="*/ 1828527 f496 1"/>
                <a:gd name="f659" fmla="*/ 8761485 f497 1"/>
                <a:gd name="f660" fmla="*/ 1783398 f496 1"/>
                <a:gd name="f661" fmla="*/ 8734791 f497 1"/>
                <a:gd name="f662" fmla="*/ 1737893 f496 1"/>
                <a:gd name="f663" fmla="*/ 8680808 f497 1"/>
                <a:gd name="f664" fmla="*/ 1648812 f496 1"/>
                <a:gd name="f665" fmla="*/ 8567024 f497 1"/>
                <a:gd name="f666" fmla="*/ 1472906 f496 1"/>
                <a:gd name="f667" fmla="*/ 8537446 f497 1"/>
                <a:gd name="f668" fmla="*/ 1429330 f496 1"/>
                <a:gd name="f669" fmla="*/ 8507423 f497 1"/>
                <a:gd name="f670" fmla="*/ 1385896 f496 1"/>
                <a:gd name="f671" fmla="*/ 8446529 f497 1"/>
                <a:gd name="f672" fmla="*/ 1300295 f496 1"/>
                <a:gd name="f673" fmla="*/ 8319224 f497 1"/>
                <a:gd name="f674" fmla="*/ 1131026 f496 1"/>
                <a:gd name="f675" fmla="*/ 8286366 f497 1"/>
                <a:gd name="f676" fmla="*/ 1089050 f496 1"/>
                <a:gd name="f677" fmla="*/ 8270161 f497 1"/>
                <a:gd name="f678" fmla="*/ 1068439 f496 1"/>
                <a:gd name="f679" fmla="*/ 8253856 f497 1"/>
                <a:gd name="f680" fmla="*/ 1048156 f496 1"/>
                <a:gd name="f681" fmla="*/ 8186352 f497 1"/>
                <a:gd name="f682" fmla="*/ 966275 f496 1"/>
                <a:gd name="f683" fmla="*/ 8046768 f497 1"/>
                <a:gd name="f684" fmla="*/ 805429 f496 1"/>
                <a:gd name="f685" fmla="*/ 8010927 f497 1"/>
                <a:gd name="f686" fmla="*/ 765853 f496 1"/>
                <a:gd name="f687" fmla="*/ 7974788 f497 1"/>
                <a:gd name="f688" fmla="*/ 726653 f496 1"/>
                <a:gd name="f689" fmla="*/ 7901070 f497 1"/>
                <a:gd name="f690" fmla="*/ 648724 f496 1"/>
                <a:gd name="f691" fmla="*/ 7750054 f497 1"/>
                <a:gd name="f692" fmla="*/ 497008 f496 1"/>
                <a:gd name="f693" fmla="*/ 7592277 f497 1"/>
                <a:gd name="f694" fmla="*/ 351221 f496 1"/>
                <a:gd name="f695" fmla="*/ 7257734 f497 1"/>
                <a:gd name="f696" fmla="*/ 76964 f496 1"/>
                <a:gd name="f697" fmla="*/ 1886601 f497 1"/>
                <a:gd name="f698" fmla="*/ 2292926 f497 1"/>
                <a:gd name="f699" fmla="*/ 2135542 f497 1"/>
                <a:gd name="f700" fmla="*/ 117781 f496 1"/>
                <a:gd name="f701" fmla="*/ 1969576 f497 1"/>
                <a:gd name="f702" fmla="*/ 254986 f496 1"/>
                <a:gd name="f703" fmla="*/ 1659938 f497 1"/>
                <a:gd name="f704" fmla="*/ 549855 f496 1"/>
                <a:gd name="f705" fmla="*/ 729383 f497 1"/>
                <a:gd name="f706" fmla="*/ 1936480 f496 1"/>
                <a:gd name="f707" fmla="*/ 578465 f497 1"/>
                <a:gd name="f708" fmla="*/ 2320807 f496 1"/>
                <a:gd name="f709" fmla="*/ 465080 f497 1"/>
                <a:gd name="f710" fmla="*/ 2714875 f496 1"/>
                <a:gd name="f711" fmla="*/ 423820 f497 1"/>
                <a:gd name="f712" fmla="*/ 2915436 f496 1"/>
                <a:gd name="f713" fmla="*/ 392355 f497 1"/>
                <a:gd name="f714" fmla="*/ 3118071 f496 1"/>
                <a:gd name="f715" fmla="*/ 358801 f497 1"/>
                <a:gd name="f716" fmla="*/ 3526915 f496 1"/>
                <a:gd name="f717" fmla="*/ 410350 f497 1"/>
                <a:gd name="f718" fmla="*/ 4348226 f496 1"/>
                <a:gd name="f719" fmla="*/ 449022 f497 1"/>
                <a:gd name="f720" fmla="*/ 4551049 f496 1"/>
                <a:gd name="f721" fmla="*/ 498882 f497 1"/>
                <a:gd name="f722" fmla="*/ 4752365 f496 1"/>
                <a:gd name="f723" fmla="*/ 559775 f497 1"/>
                <a:gd name="f724" fmla="*/ 4951657 f496 1"/>
                <a:gd name="f725" fmla="*/ 631406 f497 1"/>
                <a:gd name="f726" fmla="*/ 5147986 f496 1"/>
                <a:gd name="f727" fmla="*/ 1023461 f497 1"/>
                <a:gd name="f728" fmla="*/ 5893957 f496 1"/>
                <a:gd name="f729" fmla="*/ 1575880 f497 1"/>
                <a:gd name="f730" fmla="*/ 6547646 f496 1"/>
                <a:gd name="f731" fmla="*/ 1905228 f497 1"/>
                <a:gd name="f732" fmla="*/ 6829468 f496 1"/>
                <a:gd name="f733" fmla="*/ 1944230 f497 1"/>
                <a:gd name="f734" fmla="*/ 1372541 f497 1"/>
                <a:gd name="f735" fmla="*/ 1115251 f497 1"/>
                <a:gd name="f736" fmla="*/ 0 f497 1"/>
                <a:gd name="f737" fmla="*/ 1777294 f497 1"/>
                <a:gd name="f738" fmla="*/ f498 1 f2"/>
                <a:gd name="f739" fmla="*/ f501 1 9767847"/>
                <a:gd name="f740" fmla="*/ f502 1 6858000"/>
                <a:gd name="f741" fmla="*/ f503 1 9767847"/>
                <a:gd name="f742" fmla="*/ f504 1 9767847"/>
                <a:gd name="f743" fmla="*/ f505 1 6858000"/>
                <a:gd name="f744" fmla="*/ f506 1 9767847"/>
                <a:gd name="f745" fmla="*/ f507 1 6858000"/>
                <a:gd name="f746" fmla="*/ f508 1 9767847"/>
                <a:gd name="f747" fmla="*/ f509 1 6858000"/>
                <a:gd name="f748" fmla="*/ f510 1 9767847"/>
                <a:gd name="f749" fmla="*/ f511 1 6858000"/>
                <a:gd name="f750" fmla="*/ f512 1 9767847"/>
                <a:gd name="f751" fmla="*/ f513 1 9767847"/>
                <a:gd name="f752" fmla="*/ f514 1 6858000"/>
                <a:gd name="f753" fmla="*/ f515 1 9767847"/>
                <a:gd name="f754" fmla="*/ f516 1 6858000"/>
                <a:gd name="f755" fmla="*/ f517 1 9767847"/>
                <a:gd name="f756" fmla="*/ f518 1 6858000"/>
                <a:gd name="f757" fmla="*/ f519 1 9767847"/>
                <a:gd name="f758" fmla="*/ f520 1 6858000"/>
                <a:gd name="f759" fmla="*/ f521 1 9767847"/>
                <a:gd name="f760" fmla="*/ f522 1 6858000"/>
                <a:gd name="f761" fmla="*/ f523 1 9767847"/>
                <a:gd name="f762" fmla="*/ f524 1 6858000"/>
                <a:gd name="f763" fmla="*/ f525 1 9767847"/>
                <a:gd name="f764" fmla="*/ f526 1 6858000"/>
                <a:gd name="f765" fmla="*/ f527 1 9767847"/>
                <a:gd name="f766" fmla="*/ f528 1 6858000"/>
                <a:gd name="f767" fmla="*/ f529 1 9767847"/>
                <a:gd name="f768" fmla="*/ f530 1 6858000"/>
                <a:gd name="f769" fmla="*/ f531 1 9767847"/>
                <a:gd name="f770" fmla="*/ f532 1 6858000"/>
                <a:gd name="f771" fmla="*/ f533 1 9767847"/>
                <a:gd name="f772" fmla="*/ f534 1 6858000"/>
                <a:gd name="f773" fmla="*/ f535 1 9767847"/>
                <a:gd name="f774" fmla="*/ f536 1 6858000"/>
                <a:gd name="f775" fmla="*/ f537 1 9767847"/>
                <a:gd name="f776" fmla="*/ f538 1 6858000"/>
                <a:gd name="f777" fmla="*/ f539 1 9767847"/>
                <a:gd name="f778" fmla="*/ f540 1 6858000"/>
                <a:gd name="f779" fmla="*/ f541 1 9767847"/>
                <a:gd name="f780" fmla="*/ f542 1 6858000"/>
                <a:gd name="f781" fmla="*/ f543 1 9767847"/>
                <a:gd name="f782" fmla="*/ f544 1 6858000"/>
                <a:gd name="f783" fmla="*/ f545 1 9767847"/>
                <a:gd name="f784" fmla="*/ f546 1 6858000"/>
                <a:gd name="f785" fmla="*/ f547 1 9767847"/>
                <a:gd name="f786" fmla="*/ f548 1 6858000"/>
                <a:gd name="f787" fmla="*/ f549 1 9767847"/>
                <a:gd name="f788" fmla="*/ f550 1 6858000"/>
                <a:gd name="f789" fmla="*/ f551 1 9767847"/>
                <a:gd name="f790" fmla="*/ f552 1 6858000"/>
                <a:gd name="f791" fmla="*/ f553 1 9767847"/>
                <a:gd name="f792" fmla="*/ f554 1 6858000"/>
                <a:gd name="f793" fmla="*/ f555 1 9767847"/>
                <a:gd name="f794" fmla="*/ f556 1 6858000"/>
                <a:gd name="f795" fmla="*/ f557 1 9767847"/>
                <a:gd name="f796" fmla="*/ f558 1 6858000"/>
                <a:gd name="f797" fmla="*/ f559 1 9767847"/>
                <a:gd name="f798" fmla="*/ f560 1 6858000"/>
                <a:gd name="f799" fmla="*/ f561 1 9767847"/>
                <a:gd name="f800" fmla="*/ f562 1 6858000"/>
                <a:gd name="f801" fmla="*/ f563 1 9767847"/>
                <a:gd name="f802" fmla="*/ f564 1 6858000"/>
                <a:gd name="f803" fmla="*/ f565 1 9767847"/>
                <a:gd name="f804" fmla="*/ f566 1 6858000"/>
                <a:gd name="f805" fmla="*/ f567 1 9767847"/>
                <a:gd name="f806" fmla="*/ f568 1 6858000"/>
                <a:gd name="f807" fmla="*/ f569 1 9767847"/>
                <a:gd name="f808" fmla="*/ f570 1 6858000"/>
                <a:gd name="f809" fmla="*/ f571 1 9767847"/>
                <a:gd name="f810" fmla="*/ f572 1 6858000"/>
                <a:gd name="f811" fmla="*/ f573 1 9767847"/>
                <a:gd name="f812" fmla="*/ f574 1 6858000"/>
                <a:gd name="f813" fmla="*/ f575 1 9767847"/>
                <a:gd name="f814" fmla="*/ f576 1 6858000"/>
                <a:gd name="f815" fmla="*/ f577 1 9767847"/>
                <a:gd name="f816" fmla="*/ f578 1 6858000"/>
                <a:gd name="f817" fmla="*/ f579 1 9767847"/>
                <a:gd name="f818" fmla="*/ f580 1 6858000"/>
                <a:gd name="f819" fmla="*/ f581 1 9767847"/>
                <a:gd name="f820" fmla="*/ f582 1 6858000"/>
                <a:gd name="f821" fmla="*/ f583 1 9767847"/>
                <a:gd name="f822" fmla="*/ f584 1 6858000"/>
                <a:gd name="f823" fmla="*/ f585 1 9767847"/>
                <a:gd name="f824" fmla="*/ f586 1 6858000"/>
                <a:gd name="f825" fmla="*/ f587 1 9767847"/>
                <a:gd name="f826" fmla="*/ f588 1 6858000"/>
                <a:gd name="f827" fmla="*/ f589 1 9767847"/>
                <a:gd name="f828" fmla="*/ f590 1 6858000"/>
                <a:gd name="f829" fmla="*/ f591 1 9767847"/>
                <a:gd name="f830" fmla="*/ f592 1 6858000"/>
                <a:gd name="f831" fmla="*/ f593 1 9767847"/>
                <a:gd name="f832" fmla="*/ f594 1 6858000"/>
                <a:gd name="f833" fmla="*/ f595 1 9767847"/>
                <a:gd name="f834" fmla="*/ f596 1 6858000"/>
                <a:gd name="f835" fmla="*/ f597 1 9767847"/>
                <a:gd name="f836" fmla="*/ f598 1 6858000"/>
                <a:gd name="f837" fmla="*/ f599 1 9767847"/>
                <a:gd name="f838" fmla="*/ f600 1 6858000"/>
                <a:gd name="f839" fmla="*/ f601 1 9767847"/>
                <a:gd name="f840" fmla="*/ f602 1 6858000"/>
                <a:gd name="f841" fmla="*/ f603 1 9767847"/>
                <a:gd name="f842" fmla="*/ f604 1 6858000"/>
                <a:gd name="f843" fmla="*/ f605 1 9767847"/>
                <a:gd name="f844" fmla="*/ f606 1 6858000"/>
                <a:gd name="f845" fmla="*/ f607 1 9767847"/>
                <a:gd name="f846" fmla="*/ f608 1 6858000"/>
                <a:gd name="f847" fmla="*/ f609 1 9767847"/>
                <a:gd name="f848" fmla="*/ f610 1 6858000"/>
                <a:gd name="f849" fmla="*/ f611 1 9767847"/>
                <a:gd name="f850" fmla="*/ f612 1 6858000"/>
                <a:gd name="f851" fmla="*/ f613 1 9767847"/>
                <a:gd name="f852" fmla="*/ f614 1 6858000"/>
                <a:gd name="f853" fmla="*/ f615 1 9767847"/>
                <a:gd name="f854" fmla="*/ f616 1 6858000"/>
                <a:gd name="f855" fmla="*/ f617 1 9767847"/>
                <a:gd name="f856" fmla="*/ f618 1 6858000"/>
                <a:gd name="f857" fmla="*/ f619 1 9767847"/>
                <a:gd name="f858" fmla="*/ f620 1 6858000"/>
                <a:gd name="f859" fmla="*/ f621 1 9767847"/>
                <a:gd name="f860" fmla="*/ f622 1 6858000"/>
                <a:gd name="f861" fmla="*/ f623 1 9767847"/>
                <a:gd name="f862" fmla="*/ f624 1 6858000"/>
                <a:gd name="f863" fmla="*/ f625 1 9767847"/>
                <a:gd name="f864" fmla="*/ f626 1 6858000"/>
                <a:gd name="f865" fmla="*/ f627 1 9767847"/>
                <a:gd name="f866" fmla="*/ f628 1 6858000"/>
                <a:gd name="f867" fmla="*/ f629 1 9767847"/>
                <a:gd name="f868" fmla="*/ f630 1 6858000"/>
                <a:gd name="f869" fmla="*/ f631 1 9767847"/>
                <a:gd name="f870" fmla="*/ f632 1 6858000"/>
                <a:gd name="f871" fmla="*/ f633 1 9767847"/>
                <a:gd name="f872" fmla="*/ f634 1 6858000"/>
                <a:gd name="f873" fmla="*/ f635 1 9767847"/>
                <a:gd name="f874" fmla="*/ f636 1 6858000"/>
                <a:gd name="f875" fmla="*/ f637 1 9767847"/>
                <a:gd name="f876" fmla="*/ f638 1 6858000"/>
                <a:gd name="f877" fmla="*/ f639 1 9767847"/>
                <a:gd name="f878" fmla="*/ f640 1 6858000"/>
                <a:gd name="f879" fmla="*/ f641 1 9767847"/>
                <a:gd name="f880" fmla="*/ f642 1 6858000"/>
                <a:gd name="f881" fmla="*/ f643 1 9767847"/>
                <a:gd name="f882" fmla="*/ f644 1 6858000"/>
                <a:gd name="f883" fmla="*/ f645 1 9767847"/>
                <a:gd name="f884" fmla="*/ f646 1 6858000"/>
                <a:gd name="f885" fmla="*/ f647 1 9767847"/>
                <a:gd name="f886" fmla="*/ f648 1 6858000"/>
                <a:gd name="f887" fmla="*/ f649 1 9767847"/>
                <a:gd name="f888" fmla="*/ f650 1 6858000"/>
                <a:gd name="f889" fmla="*/ f651 1 9767847"/>
                <a:gd name="f890" fmla="*/ f652 1 6858000"/>
                <a:gd name="f891" fmla="*/ f653 1 9767847"/>
                <a:gd name="f892" fmla="*/ f654 1 6858000"/>
                <a:gd name="f893" fmla="*/ f655 1 9767847"/>
                <a:gd name="f894" fmla="*/ f656 1 6858000"/>
                <a:gd name="f895" fmla="*/ f657 1 9767847"/>
                <a:gd name="f896" fmla="*/ f658 1 6858000"/>
                <a:gd name="f897" fmla="*/ f659 1 9767847"/>
                <a:gd name="f898" fmla="*/ f660 1 6858000"/>
                <a:gd name="f899" fmla="*/ f661 1 9767847"/>
                <a:gd name="f900" fmla="*/ f662 1 6858000"/>
                <a:gd name="f901" fmla="*/ f663 1 9767847"/>
                <a:gd name="f902" fmla="*/ f664 1 6858000"/>
                <a:gd name="f903" fmla="*/ f665 1 9767847"/>
                <a:gd name="f904" fmla="*/ f666 1 6858000"/>
                <a:gd name="f905" fmla="*/ f667 1 9767847"/>
                <a:gd name="f906" fmla="*/ f668 1 6858000"/>
                <a:gd name="f907" fmla="*/ f669 1 9767847"/>
                <a:gd name="f908" fmla="*/ f670 1 6858000"/>
                <a:gd name="f909" fmla="*/ f671 1 9767847"/>
                <a:gd name="f910" fmla="*/ f672 1 6858000"/>
                <a:gd name="f911" fmla="*/ f673 1 9767847"/>
                <a:gd name="f912" fmla="*/ f674 1 6858000"/>
                <a:gd name="f913" fmla="*/ f675 1 9767847"/>
                <a:gd name="f914" fmla="*/ f676 1 6858000"/>
                <a:gd name="f915" fmla="*/ f677 1 9767847"/>
                <a:gd name="f916" fmla="*/ f678 1 6858000"/>
                <a:gd name="f917" fmla="*/ f679 1 9767847"/>
                <a:gd name="f918" fmla="*/ f680 1 6858000"/>
                <a:gd name="f919" fmla="*/ f681 1 9767847"/>
                <a:gd name="f920" fmla="*/ f682 1 6858000"/>
                <a:gd name="f921" fmla="*/ f683 1 9767847"/>
                <a:gd name="f922" fmla="*/ f684 1 6858000"/>
                <a:gd name="f923" fmla="*/ f685 1 9767847"/>
                <a:gd name="f924" fmla="*/ f686 1 6858000"/>
                <a:gd name="f925" fmla="*/ f687 1 9767847"/>
                <a:gd name="f926" fmla="*/ f688 1 6858000"/>
                <a:gd name="f927" fmla="*/ f689 1 9767847"/>
                <a:gd name="f928" fmla="*/ f690 1 6858000"/>
                <a:gd name="f929" fmla="*/ f691 1 9767847"/>
                <a:gd name="f930" fmla="*/ f692 1 6858000"/>
                <a:gd name="f931" fmla="*/ f693 1 9767847"/>
                <a:gd name="f932" fmla="*/ f694 1 6858000"/>
                <a:gd name="f933" fmla="*/ f695 1 9767847"/>
                <a:gd name="f934" fmla="*/ f696 1 6858000"/>
                <a:gd name="f935" fmla="*/ f697 1 9767847"/>
                <a:gd name="f936" fmla="*/ f698 1 9767847"/>
                <a:gd name="f937" fmla="*/ f699 1 9767847"/>
                <a:gd name="f938" fmla="*/ f700 1 6858000"/>
                <a:gd name="f939" fmla="*/ f701 1 9767847"/>
                <a:gd name="f940" fmla="*/ f702 1 6858000"/>
                <a:gd name="f941" fmla="*/ f703 1 9767847"/>
                <a:gd name="f942" fmla="*/ f704 1 6858000"/>
                <a:gd name="f943" fmla="*/ f705 1 9767847"/>
                <a:gd name="f944" fmla="*/ f706 1 6858000"/>
                <a:gd name="f945" fmla="*/ f707 1 9767847"/>
                <a:gd name="f946" fmla="*/ f708 1 6858000"/>
                <a:gd name="f947" fmla="*/ f709 1 9767847"/>
                <a:gd name="f948" fmla="*/ f710 1 6858000"/>
                <a:gd name="f949" fmla="*/ f711 1 9767847"/>
                <a:gd name="f950" fmla="*/ f712 1 6858000"/>
                <a:gd name="f951" fmla="*/ f713 1 9767847"/>
                <a:gd name="f952" fmla="*/ f714 1 6858000"/>
                <a:gd name="f953" fmla="*/ f715 1 9767847"/>
                <a:gd name="f954" fmla="*/ f716 1 6858000"/>
                <a:gd name="f955" fmla="*/ f717 1 9767847"/>
                <a:gd name="f956" fmla="*/ f718 1 6858000"/>
                <a:gd name="f957" fmla="*/ f719 1 9767847"/>
                <a:gd name="f958" fmla="*/ f720 1 6858000"/>
                <a:gd name="f959" fmla="*/ f721 1 9767847"/>
                <a:gd name="f960" fmla="*/ f722 1 6858000"/>
                <a:gd name="f961" fmla="*/ f723 1 9767847"/>
                <a:gd name="f962" fmla="*/ f724 1 6858000"/>
                <a:gd name="f963" fmla="*/ f725 1 9767847"/>
                <a:gd name="f964" fmla="*/ f726 1 6858000"/>
                <a:gd name="f965" fmla="*/ f727 1 9767847"/>
                <a:gd name="f966" fmla="*/ f728 1 6858000"/>
                <a:gd name="f967" fmla="*/ f729 1 9767847"/>
                <a:gd name="f968" fmla="*/ f730 1 6858000"/>
                <a:gd name="f969" fmla="*/ f731 1 9767847"/>
                <a:gd name="f970" fmla="*/ f732 1 6858000"/>
                <a:gd name="f971" fmla="*/ f733 1 9767847"/>
                <a:gd name="f972" fmla="*/ f734 1 9767847"/>
                <a:gd name="f973" fmla="*/ f735 1 9767847"/>
                <a:gd name="f974" fmla="*/ f736 1 9767847"/>
                <a:gd name="f975" fmla="*/ f737 1 9767847"/>
                <a:gd name="f976" fmla="*/ f5 1 f499"/>
                <a:gd name="f977" fmla="*/ f6 1 f499"/>
                <a:gd name="f978" fmla="*/ f5 1 f500"/>
                <a:gd name="f979" fmla="*/ f7 1 f500"/>
                <a:gd name="f980" fmla="+- f738 0 f1"/>
                <a:gd name="f981" fmla="*/ f739 1 f499"/>
                <a:gd name="f982" fmla="*/ f740 1 f500"/>
                <a:gd name="f983" fmla="*/ f741 1 f499"/>
                <a:gd name="f984" fmla="*/ f742 1 f499"/>
                <a:gd name="f985" fmla="*/ f743 1 f500"/>
                <a:gd name="f986" fmla="*/ f744 1 f499"/>
                <a:gd name="f987" fmla="*/ f745 1 f500"/>
                <a:gd name="f988" fmla="*/ f746 1 f499"/>
                <a:gd name="f989" fmla="*/ f747 1 f500"/>
                <a:gd name="f990" fmla="*/ f748 1 f499"/>
                <a:gd name="f991" fmla="*/ f749 1 f500"/>
                <a:gd name="f992" fmla="*/ f750 1 f499"/>
                <a:gd name="f993" fmla="*/ f751 1 f499"/>
                <a:gd name="f994" fmla="*/ f752 1 f500"/>
                <a:gd name="f995" fmla="*/ f753 1 f499"/>
                <a:gd name="f996" fmla="*/ f754 1 f500"/>
                <a:gd name="f997" fmla="*/ f755 1 f499"/>
                <a:gd name="f998" fmla="*/ f756 1 f500"/>
                <a:gd name="f999" fmla="*/ f757 1 f499"/>
                <a:gd name="f1000" fmla="*/ f758 1 f500"/>
                <a:gd name="f1001" fmla="*/ f759 1 f499"/>
                <a:gd name="f1002" fmla="*/ f760 1 f500"/>
                <a:gd name="f1003" fmla="*/ f761 1 f499"/>
                <a:gd name="f1004" fmla="*/ f762 1 f500"/>
                <a:gd name="f1005" fmla="*/ f763 1 f499"/>
                <a:gd name="f1006" fmla="*/ f764 1 f500"/>
                <a:gd name="f1007" fmla="*/ f765 1 f499"/>
                <a:gd name="f1008" fmla="*/ f766 1 f500"/>
                <a:gd name="f1009" fmla="*/ f767 1 f499"/>
                <a:gd name="f1010" fmla="*/ f768 1 f500"/>
                <a:gd name="f1011" fmla="*/ f769 1 f499"/>
                <a:gd name="f1012" fmla="*/ f770 1 f500"/>
                <a:gd name="f1013" fmla="*/ f771 1 f499"/>
                <a:gd name="f1014" fmla="*/ f772 1 f500"/>
                <a:gd name="f1015" fmla="*/ f773 1 f499"/>
                <a:gd name="f1016" fmla="*/ f774 1 f500"/>
                <a:gd name="f1017" fmla="*/ f775 1 f499"/>
                <a:gd name="f1018" fmla="*/ f776 1 f500"/>
                <a:gd name="f1019" fmla="*/ f777 1 f499"/>
                <a:gd name="f1020" fmla="*/ f778 1 f500"/>
                <a:gd name="f1021" fmla="*/ f779 1 f499"/>
                <a:gd name="f1022" fmla="*/ f780 1 f500"/>
                <a:gd name="f1023" fmla="*/ f781 1 f499"/>
                <a:gd name="f1024" fmla="*/ f782 1 f500"/>
                <a:gd name="f1025" fmla="*/ f783 1 f499"/>
                <a:gd name="f1026" fmla="*/ f784 1 f500"/>
                <a:gd name="f1027" fmla="*/ f785 1 f499"/>
                <a:gd name="f1028" fmla="*/ f786 1 f500"/>
                <a:gd name="f1029" fmla="*/ f787 1 f499"/>
                <a:gd name="f1030" fmla="*/ f788 1 f500"/>
                <a:gd name="f1031" fmla="*/ f789 1 f499"/>
                <a:gd name="f1032" fmla="*/ f790 1 f500"/>
                <a:gd name="f1033" fmla="*/ f791 1 f499"/>
                <a:gd name="f1034" fmla="*/ f792 1 f500"/>
                <a:gd name="f1035" fmla="*/ f793 1 f499"/>
                <a:gd name="f1036" fmla="*/ f794 1 f500"/>
                <a:gd name="f1037" fmla="*/ f795 1 f499"/>
                <a:gd name="f1038" fmla="*/ f796 1 f500"/>
                <a:gd name="f1039" fmla="*/ f797 1 f499"/>
                <a:gd name="f1040" fmla="*/ f798 1 f500"/>
                <a:gd name="f1041" fmla="*/ f799 1 f499"/>
                <a:gd name="f1042" fmla="*/ f800 1 f500"/>
                <a:gd name="f1043" fmla="*/ f801 1 f499"/>
                <a:gd name="f1044" fmla="*/ f802 1 f500"/>
                <a:gd name="f1045" fmla="*/ f803 1 f499"/>
                <a:gd name="f1046" fmla="*/ f804 1 f500"/>
                <a:gd name="f1047" fmla="*/ f805 1 f499"/>
                <a:gd name="f1048" fmla="*/ f806 1 f500"/>
                <a:gd name="f1049" fmla="*/ f807 1 f499"/>
                <a:gd name="f1050" fmla="*/ f808 1 f500"/>
                <a:gd name="f1051" fmla="*/ f809 1 f499"/>
                <a:gd name="f1052" fmla="*/ f810 1 f500"/>
                <a:gd name="f1053" fmla="*/ f811 1 f499"/>
                <a:gd name="f1054" fmla="*/ f812 1 f500"/>
                <a:gd name="f1055" fmla="*/ f813 1 f499"/>
                <a:gd name="f1056" fmla="*/ f814 1 f500"/>
                <a:gd name="f1057" fmla="*/ f815 1 f499"/>
                <a:gd name="f1058" fmla="*/ f816 1 f500"/>
                <a:gd name="f1059" fmla="*/ f817 1 f499"/>
                <a:gd name="f1060" fmla="*/ f818 1 f500"/>
                <a:gd name="f1061" fmla="*/ f819 1 f499"/>
                <a:gd name="f1062" fmla="*/ f820 1 f500"/>
                <a:gd name="f1063" fmla="*/ f821 1 f499"/>
                <a:gd name="f1064" fmla="*/ f822 1 f500"/>
                <a:gd name="f1065" fmla="*/ f823 1 f499"/>
                <a:gd name="f1066" fmla="*/ f824 1 f500"/>
                <a:gd name="f1067" fmla="*/ f825 1 f499"/>
                <a:gd name="f1068" fmla="*/ f826 1 f500"/>
                <a:gd name="f1069" fmla="*/ f827 1 f499"/>
                <a:gd name="f1070" fmla="*/ f828 1 f500"/>
                <a:gd name="f1071" fmla="*/ f829 1 f499"/>
                <a:gd name="f1072" fmla="*/ f830 1 f500"/>
                <a:gd name="f1073" fmla="*/ f831 1 f499"/>
                <a:gd name="f1074" fmla="*/ f832 1 f500"/>
                <a:gd name="f1075" fmla="*/ f833 1 f499"/>
                <a:gd name="f1076" fmla="*/ f834 1 f500"/>
                <a:gd name="f1077" fmla="*/ f835 1 f499"/>
                <a:gd name="f1078" fmla="*/ f836 1 f500"/>
                <a:gd name="f1079" fmla="*/ f837 1 f499"/>
                <a:gd name="f1080" fmla="*/ f838 1 f500"/>
                <a:gd name="f1081" fmla="*/ f839 1 f499"/>
                <a:gd name="f1082" fmla="*/ f840 1 f500"/>
                <a:gd name="f1083" fmla="*/ f841 1 f499"/>
                <a:gd name="f1084" fmla="*/ f842 1 f500"/>
                <a:gd name="f1085" fmla="*/ f843 1 f499"/>
                <a:gd name="f1086" fmla="*/ f844 1 f500"/>
                <a:gd name="f1087" fmla="*/ f845 1 f499"/>
                <a:gd name="f1088" fmla="*/ f846 1 f500"/>
                <a:gd name="f1089" fmla="*/ f847 1 f499"/>
                <a:gd name="f1090" fmla="*/ f848 1 f500"/>
                <a:gd name="f1091" fmla="*/ f849 1 f499"/>
                <a:gd name="f1092" fmla="*/ f850 1 f500"/>
                <a:gd name="f1093" fmla="*/ f851 1 f499"/>
                <a:gd name="f1094" fmla="*/ f852 1 f500"/>
                <a:gd name="f1095" fmla="*/ f853 1 f499"/>
                <a:gd name="f1096" fmla="*/ f854 1 f500"/>
                <a:gd name="f1097" fmla="*/ f855 1 f499"/>
                <a:gd name="f1098" fmla="*/ f856 1 f500"/>
                <a:gd name="f1099" fmla="*/ f857 1 f499"/>
                <a:gd name="f1100" fmla="*/ f858 1 f500"/>
                <a:gd name="f1101" fmla="*/ f859 1 f499"/>
                <a:gd name="f1102" fmla="*/ f860 1 f500"/>
                <a:gd name="f1103" fmla="*/ f861 1 f499"/>
                <a:gd name="f1104" fmla="*/ f862 1 f500"/>
                <a:gd name="f1105" fmla="*/ f863 1 f499"/>
                <a:gd name="f1106" fmla="*/ f864 1 f500"/>
                <a:gd name="f1107" fmla="*/ f865 1 f499"/>
                <a:gd name="f1108" fmla="*/ f866 1 f500"/>
                <a:gd name="f1109" fmla="*/ f867 1 f499"/>
                <a:gd name="f1110" fmla="*/ f868 1 f500"/>
                <a:gd name="f1111" fmla="*/ f869 1 f499"/>
                <a:gd name="f1112" fmla="*/ f870 1 f500"/>
                <a:gd name="f1113" fmla="*/ f871 1 f499"/>
                <a:gd name="f1114" fmla="*/ f872 1 f500"/>
                <a:gd name="f1115" fmla="*/ f873 1 f499"/>
                <a:gd name="f1116" fmla="*/ f874 1 f500"/>
                <a:gd name="f1117" fmla="*/ f875 1 f499"/>
                <a:gd name="f1118" fmla="*/ f876 1 f500"/>
                <a:gd name="f1119" fmla="*/ f877 1 f499"/>
                <a:gd name="f1120" fmla="*/ f878 1 f500"/>
                <a:gd name="f1121" fmla="*/ f879 1 f499"/>
                <a:gd name="f1122" fmla="*/ f880 1 f500"/>
                <a:gd name="f1123" fmla="*/ f881 1 f499"/>
                <a:gd name="f1124" fmla="*/ f882 1 f500"/>
                <a:gd name="f1125" fmla="*/ f883 1 f499"/>
                <a:gd name="f1126" fmla="*/ f884 1 f500"/>
                <a:gd name="f1127" fmla="*/ f885 1 f499"/>
                <a:gd name="f1128" fmla="*/ f886 1 f500"/>
                <a:gd name="f1129" fmla="*/ f887 1 f499"/>
                <a:gd name="f1130" fmla="*/ f888 1 f500"/>
                <a:gd name="f1131" fmla="*/ f889 1 f499"/>
                <a:gd name="f1132" fmla="*/ f890 1 f500"/>
                <a:gd name="f1133" fmla="*/ f891 1 f499"/>
                <a:gd name="f1134" fmla="*/ f892 1 f500"/>
                <a:gd name="f1135" fmla="*/ f893 1 f499"/>
                <a:gd name="f1136" fmla="*/ f894 1 f500"/>
                <a:gd name="f1137" fmla="*/ f895 1 f499"/>
                <a:gd name="f1138" fmla="*/ f896 1 f500"/>
                <a:gd name="f1139" fmla="*/ f897 1 f499"/>
                <a:gd name="f1140" fmla="*/ f898 1 f500"/>
                <a:gd name="f1141" fmla="*/ f899 1 f499"/>
                <a:gd name="f1142" fmla="*/ f900 1 f500"/>
                <a:gd name="f1143" fmla="*/ f901 1 f499"/>
                <a:gd name="f1144" fmla="*/ f902 1 f500"/>
                <a:gd name="f1145" fmla="*/ f903 1 f499"/>
                <a:gd name="f1146" fmla="*/ f904 1 f500"/>
                <a:gd name="f1147" fmla="*/ f905 1 f499"/>
                <a:gd name="f1148" fmla="*/ f906 1 f500"/>
                <a:gd name="f1149" fmla="*/ f907 1 f499"/>
                <a:gd name="f1150" fmla="*/ f908 1 f500"/>
                <a:gd name="f1151" fmla="*/ f909 1 f499"/>
                <a:gd name="f1152" fmla="*/ f910 1 f500"/>
                <a:gd name="f1153" fmla="*/ f911 1 f499"/>
                <a:gd name="f1154" fmla="*/ f912 1 f500"/>
                <a:gd name="f1155" fmla="*/ f913 1 f499"/>
                <a:gd name="f1156" fmla="*/ f914 1 f500"/>
                <a:gd name="f1157" fmla="*/ f915 1 f499"/>
                <a:gd name="f1158" fmla="*/ f916 1 f500"/>
                <a:gd name="f1159" fmla="*/ f917 1 f499"/>
                <a:gd name="f1160" fmla="*/ f918 1 f500"/>
                <a:gd name="f1161" fmla="*/ f919 1 f499"/>
                <a:gd name="f1162" fmla="*/ f920 1 f500"/>
                <a:gd name="f1163" fmla="*/ f921 1 f499"/>
                <a:gd name="f1164" fmla="*/ f922 1 f500"/>
                <a:gd name="f1165" fmla="*/ f923 1 f499"/>
                <a:gd name="f1166" fmla="*/ f924 1 f500"/>
                <a:gd name="f1167" fmla="*/ f925 1 f499"/>
                <a:gd name="f1168" fmla="*/ f926 1 f500"/>
                <a:gd name="f1169" fmla="*/ f927 1 f499"/>
                <a:gd name="f1170" fmla="*/ f928 1 f500"/>
                <a:gd name="f1171" fmla="*/ f929 1 f499"/>
                <a:gd name="f1172" fmla="*/ f930 1 f500"/>
                <a:gd name="f1173" fmla="*/ f931 1 f499"/>
                <a:gd name="f1174" fmla="*/ f932 1 f500"/>
                <a:gd name="f1175" fmla="*/ f933 1 f499"/>
                <a:gd name="f1176" fmla="*/ f934 1 f500"/>
                <a:gd name="f1177" fmla="*/ f935 1 f499"/>
                <a:gd name="f1178" fmla="*/ f936 1 f499"/>
                <a:gd name="f1179" fmla="*/ f937 1 f499"/>
                <a:gd name="f1180" fmla="*/ f938 1 f500"/>
                <a:gd name="f1181" fmla="*/ f939 1 f499"/>
                <a:gd name="f1182" fmla="*/ f940 1 f500"/>
                <a:gd name="f1183" fmla="*/ f941 1 f499"/>
                <a:gd name="f1184" fmla="*/ f942 1 f500"/>
                <a:gd name="f1185" fmla="*/ f943 1 f499"/>
                <a:gd name="f1186" fmla="*/ f944 1 f500"/>
                <a:gd name="f1187" fmla="*/ f945 1 f499"/>
                <a:gd name="f1188" fmla="*/ f946 1 f500"/>
                <a:gd name="f1189" fmla="*/ f947 1 f499"/>
                <a:gd name="f1190" fmla="*/ f948 1 f500"/>
                <a:gd name="f1191" fmla="*/ f949 1 f499"/>
                <a:gd name="f1192" fmla="*/ f950 1 f500"/>
                <a:gd name="f1193" fmla="*/ f951 1 f499"/>
                <a:gd name="f1194" fmla="*/ f952 1 f500"/>
                <a:gd name="f1195" fmla="*/ f953 1 f499"/>
                <a:gd name="f1196" fmla="*/ f954 1 f500"/>
                <a:gd name="f1197" fmla="*/ f955 1 f499"/>
                <a:gd name="f1198" fmla="*/ f956 1 f500"/>
                <a:gd name="f1199" fmla="*/ f957 1 f499"/>
                <a:gd name="f1200" fmla="*/ f958 1 f500"/>
                <a:gd name="f1201" fmla="*/ f959 1 f499"/>
                <a:gd name="f1202" fmla="*/ f960 1 f500"/>
                <a:gd name="f1203" fmla="*/ f961 1 f499"/>
                <a:gd name="f1204" fmla="*/ f962 1 f500"/>
                <a:gd name="f1205" fmla="*/ f963 1 f499"/>
                <a:gd name="f1206" fmla="*/ f964 1 f500"/>
                <a:gd name="f1207" fmla="*/ f965 1 f499"/>
                <a:gd name="f1208" fmla="*/ f966 1 f500"/>
                <a:gd name="f1209" fmla="*/ f967 1 f499"/>
                <a:gd name="f1210" fmla="*/ f968 1 f500"/>
                <a:gd name="f1211" fmla="*/ f969 1 f499"/>
                <a:gd name="f1212" fmla="*/ f970 1 f500"/>
                <a:gd name="f1213" fmla="*/ f971 1 f499"/>
                <a:gd name="f1214" fmla="*/ f972 1 f499"/>
                <a:gd name="f1215" fmla="*/ f973 1 f499"/>
                <a:gd name="f1216" fmla="*/ f974 1 f499"/>
                <a:gd name="f1217" fmla="*/ f975 1 f499"/>
                <a:gd name="f1218" fmla="*/ f976 f494 1"/>
                <a:gd name="f1219" fmla="*/ f977 f494 1"/>
                <a:gd name="f1220" fmla="*/ f979 f495 1"/>
                <a:gd name="f1221" fmla="*/ f978 f495 1"/>
                <a:gd name="f1222" fmla="*/ f981 f494 1"/>
                <a:gd name="f1223" fmla="*/ f982 f495 1"/>
                <a:gd name="f1224" fmla="*/ f983 f494 1"/>
                <a:gd name="f1225" fmla="*/ f984 f494 1"/>
                <a:gd name="f1226" fmla="*/ f985 f495 1"/>
                <a:gd name="f1227" fmla="*/ f986 f494 1"/>
                <a:gd name="f1228" fmla="*/ f987 f495 1"/>
                <a:gd name="f1229" fmla="*/ f988 f494 1"/>
                <a:gd name="f1230" fmla="*/ f989 f495 1"/>
                <a:gd name="f1231" fmla="*/ f990 f494 1"/>
                <a:gd name="f1232" fmla="*/ f991 f495 1"/>
                <a:gd name="f1233" fmla="*/ f992 f494 1"/>
                <a:gd name="f1234" fmla="*/ f993 f494 1"/>
                <a:gd name="f1235" fmla="*/ f994 f495 1"/>
                <a:gd name="f1236" fmla="*/ f995 f494 1"/>
                <a:gd name="f1237" fmla="*/ f996 f495 1"/>
                <a:gd name="f1238" fmla="*/ f997 f494 1"/>
                <a:gd name="f1239" fmla="*/ f998 f495 1"/>
                <a:gd name="f1240" fmla="*/ f999 f494 1"/>
                <a:gd name="f1241" fmla="*/ f1000 f495 1"/>
                <a:gd name="f1242" fmla="*/ f1001 f494 1"/>
                <a:gd name="f1243" fmla="*/ f1002 f495 1"/>
                <a:gd name="f1244" fmla="*/ f1003 f494 1"/>
                <a:gd name="f1245" fmla="*/ f1004 f495 1"/>
                <a:gd name="f1246" fmla="*/ f1005 f494 1"/>
                <a:gd name="f1247" fmla="*/ f1006 f495 1"/>
                <a:gd name="f1248" fmla="*/ f1007 f494 1"/>
                <a:gd name="f1249" fmla="*/ f1008 f495 1"/>
                <a:gd name="f1250" fmla="*/ f1009 f494 1"/>
                <a:gd name="f1251" fmla="*/ f1010 f495 1"/>
                <a:gd name="f1252" fmla="*/ f1011 f494 1"/>
                <a:gd name="f1253" fmla="*/ f1012 f495 1"/>
                <a:gd name="f1254" fmla="*/ f1013 f494 1"/>
                <a:gd name="f1255" fmla="*/ f1014 f495 1"/>
                <a:gd name="f1256" fmla="*/ f1015 f494 1"/>
                <a:gd name="f1257" fmla="*/ f1016 f495 1"/>
                <a:gd name="f1258" fmla="*/ f1017 f494 1"/>
                <a:gd name="f1259" fmla="*/ f1018 f495 1"/>
                <a:gd name="f1260" fmla="*/ f1019 f494 1"/>
                <a:gd name="f1261" fmla="*/ f1020 f495 1"/>
                <a:gd name="f1262" fmla="*/ f1021 f494 1"/>
                <a:gd name="f1263" fmla="*/ f1022 f495 1"/>
                <a:gd name="f1264" fmla="*/ f1023 f494 1"/>
                <a:gd name="f1265" fmla="*/ f1024 f495 1"/>
                <a:gd name="f1266" fmla="*/ f1025 f494 1"/>
                <a:gd name="f1267" fmla="*/ f1026 f495 1"/>
                <a:gd name="f1268" fmla="*/ f1027 f494 1"/>
                <a:gd name="f1269" fmla="*/ f1028 f495 1"/>
                <a:gd name="f1270" fmla="*/ f1029 f494 1"/>
                <a:gd name="f1271" fmla="*/ f1030 f495 1"/>
                <a:gd name="f1272" fmla="*/ f1031 f494 1"/>
                <a:gd name="f1273" fmla="*/ f1032 f495 1"/>
                <a:gd name="f1274" fmla="*/ f1033 f494 1"/>
                <a:gd name="f1275" fmla="*/ f1034 f495 1"/>
                <a:gd name="f1276" fmla="*/ f1035 f494 1"/>
                <a:gd name="f1277" fmla="*/ f1036 f495 1"/>
                <a:gd name="f1278" fmla="*/ f1037 f494 1"/>
                <a:gd name="f1279" fmla="*/ f1038 f495 1"/>
                <a:gd name="f1280" fmla="*/ f1039 f494 1"/>
                <a:gd name="f1281" fmla="*/ f1040 f495 1"/>
                <a:gd name="f1282" fmla="*/ f1041 f494 1"/>
                <a:gd name="f1283" fmla="*/ f1042 f495 1"/>
                <a:gd name="f1284" fmla="*/ f1043 f494 1"/>
                <a:gd name="f1285" fmla="*/ f1044 f495 1"/>
                <a:gd name="f1286" fmla="*/ f1045 f494 1"/>
                <a:gd name="f1287" fmla="*/ f1046 f495 1"/>
                <a:gd name="f1288" fmla="*/ f1047 f494 1"/>
                <a:gd name="f1289" fmla="*/ f1048 f495 1"/>
                <a:gd name="f1290" fmla="*/ f1049 f494 1"/>
                <a:gd name="f1291" fmla="*/ f1050 f495 1"/>
                <a:gd name="f1292" fmla="*/ f1051 f494 1"/>
                <a:gd name="f1293" fmla="*/ f1052 f495 1"/>
                <a:gd name="f1294" fmla="*/ f1053 f494 1"/>
                <a:gd name="f1295" fmla="*/ f1054 f495 1"/>
                <a:gd name="f1296" fmla="*/ f1055 f494 1"/>
                <a:gd name="f1297" fmla="*/ f1056 f495 1"/>
                <a:gd name="f1298" fmla="*/ f1057 f494 1"/>
                <a:gd name="f1299" fmla="*/ f1058 f495 1"/>
                <a:gd name="f1300" fmla="*/ f1059 f494 1"/>
                <a:gd name="f1301" fmla="*/ f1060 f495 1"/>
                <a:gd name="f1302" fmla="*/ f1061 f494 1"/>
                <a:gd name="f1303" fmla="*/ f1062 f495 1"/>
                <a:gd name="f1304" fmla="*/ f1063 f494 1"/>
                <a:gd name="f1305" fmla="*/ f1064 f495 1"/>
                <a:gd name="f1306" fmla="*/ f1065 f494 1"/>
                <a:gd name="f1307" fmla="*/ f1066 f495 1"/>
                <a:gd name="f1308" fmla="*/ f1067 f494 1"/>
                <a:gd name="f1309" fmla="*/ f1068 f495 1"/>
                <a:gd name="f1310" fmla="*/ f1069 f494 1"/>
                <a:gd name="f1311" fmla="*/ f1070 f495 1"/>
                <a:gd name="f1312" fmla="*/ f1071 f494 1"/>
                <a:gd name="f1313" fmla="*/ f1072 f495 1"/>
                <a:gd name="f1314" fmla="*/ f1073 f494 1"/>
                <a:gd name="f1315" fmla="*/ f1074 f495 1"/>
                <a:gd name="f1316" fmla="*/ f1075 f494 1"/>
                <a:gd name="f1317" fmla="*/ f1076 f495 1"/>
                <a:gd name="f1318" fmla="*/ f1077 f494 1"/>
                <a:gd name="f1319" fmla="*/ f1078 f495 1"/>
                <a:gd name="f1320" fmla="*/ f1079 f494 1"/>
                <a:gd name="f1321" fmla="*/ f1080 f495 1"/>
                <a:gd name="f1322" fmla="*/ f1081 f494 1"/>
                <a:gd name="f1323" fmla="*/ f1082 f495 1"/>
                <a:gd name="f1324" fmla="*/ f1083 f494 1"/>
                <a:gd name="f1325" fmla="*/ f1084 f495 1"/>
                <a:gd name="f1326" fmla="*/ f1085 f494 1"/>
                <a:gd name="f1327" fmla="*/ f1086 f495 1"/>
                <a:gd name="f1328" fmla="*/ f1087 f494 1"/>
                <a:gd name="f1329" fmla="*/ f1088 f495 1"/>
                <a:gd name="f1330" fmla="*/ f1089 f494 1"/>
                <a:gd name="f1331" fmla="*/ f1090 f495 1"/>
                <a:gd name="f1332" fmla="*/ f1091 f494 1"/>
                <a:gd name="f1333" fmla="*/ f1092 f495 1"/>
                <a:gd name="f1334" fmla="*/ f1093 f494 1"/>
                <a:gd name="f1335" fmla="*/ f1094 f495 1"/>
                <a:gd name="f1336" fmla="*/ f1095 f494 1"/>
                <a:gd name="f1337" fmla="*/ f1096 f495 1"/>
                <a:gd name="f1338" fmla="*/ f1097 f494 1"/>
                <a:gd name="f1339" fmla="*/ f1098 f495 1"/>
                <a:gd name="f1340" fmla="*/ f1099 f494 1"/>
                <a:gd name="f1341" fmla="*/ f1100 f495 1"/>
                <a:gd name="f1342" fmla="*/ f1101 f494 1"/>
                <a:gd name="f1343" fmla="*/ f1102 f495 1"/>
                <a:gd name="f1344" fmla="*/ f1103 f494 1"/>
                <a:gd name="f1345" fmla="*/ f1104 f495 1"/>
                <a:gd name="f1346" fmla="*/ f1105 f494 1"/>
                <a:gd name="f1347" fmla="*/ f1106 f495 1"/>
                <a:gd name="f1348" fmla="*/ f1107 f494 1"/>
                <a:gd name="f1349" fmla="*/ f1108 f495 1"/>
                <a:gd name="f1350" fmla="*/ f1109 f494 1"/>
                <a:gd name="f1351" fmla="*/ f1110 f495 1"/>
                <a:gd name="f1352" fmla="*/ f1111 f494 1"/>
                <a:gd name="f1353" fmla="*/ f1112 f495 1"/>
                <a:gd name="f1354" fmla="*/ f1113 f494 1"/>
                <a:gd name="f1355" fmla="*/ f1114 f495 1"/>
                <a:gd name="f1356" fmla="*/ f1115 f494 1"/>
                <a:gd name="f1357" fmla="*/ f1116 f495 1"/>
                <a:gd name="f1358" fmla="*/ f1117 f494 1"/>
                <a:gd name="f1359" fmla="*/ f1118 f495 1"/>
                <a:gd name="f1360" fmla="*/ f1119 f494 1"/>
                <a:gd name="f1361" fmla="*/ f1120 f495 1"/>
                <a:gd name="f1362" fmla="*/ f1121 f494 1"/>
                <a:gd name="f1363" fmla="*/ f1122 f495 1"/>
                <a:gd name="f1364" fmla="*/ f1123 f494 1"/>
                <a:gd name="f1365" fmla="*/ f1124 f495 1"/>
                <a:gd name="f1366" fmla="*/ f1125 f494 1"/>
                <a:gd name="f1367" fmla="*/ f1126 f495 1"/>
                <a:gd name="f1368" fmla="*/ f1127 f494 1"/>
                <a:gd name="f1369" fmla="*/ f1128 f495 1"/>
                <a:gd name="f1370" fmla="*/ f1129 f494 1"/>
                <a:gd name="f1371" fmla="*/ f1130 f495 1"/>
                <a:gd name="f1372" fmla="*/ f1131 f494 1"/>
                <a:gd name="f1373" fmla="*/ f1132 f495 1"/>
                <a:gd name="f1374" fmla="*/ f1133 f494 1"/>
                <a:gd name="f1375" fmla="*/ f1134 f495 1"/>
                <a:gd name="f1376" fmla="*/ f1135 f494 1"/>
                <a:gd name="f1377" fmla="*/ f1136 f495 1"/>
                <a:gd name="f1378" fmla="*/ f1137 f494 1"/>
                <a:gd name="f1379" fmla="*/ f1138 f495 1"/>
                <a:gd name="f1380" fmla="*/ f1139 f494 1"/>
                <a:gd name="f1381" fmla="*/ f1140 f495 1"/>
                <a:gd name="f1382" fmla="*/ f1141 f494 1"/>
                <a:gd name="f1383" fmla="*/ f1142 f495 1"/>
                <a:gd name="f1384" fmla="*/ f1143 f494 1"/>
                <a:gd name="f1385" fmla="*/ f1144 f495 1"/>
                <a:gd name="f1386" fmla="*/ f1145 f494 1"/>
                <a:gd name="f1387" fmla="*/ f1146 f495 1"/>
                <a:gd name="f1388" fmla="*/ f1147 f494 1"/>
                <a:gd name="f1389" fmla="*/ f1148 f495 1"/>
                <a:gd name="f1390" fmla="*/ f1149 f494 1"/>
                <a:gd name="f1391" fmla="*/ f1150 f495 1"/>
                <a:gd name="f1392" fmla="*/ f1151 f494 1"/>
                <a:gd name="f1393" fmla="*/ f1152 f495 1"/>
                <a:gd name="f1394" fmla="*/ f1153 f494 1"/>
                <a:gd name="f1395" fmla="*/ f1154 f495 1"/>
                <a:gd name="f1396" fmla="*/ f1155 f494 1"/>
                <a:gd name="f1397" fmla="*/ f1156 f495 1"/>
                <a:gd name="f1398" fmla="*/ f1157 f494 1"/>
                <a:gd name="f1399" fmla="*/ f1158 f495 1"/>
                <a:gd name="f1400" fmla="*/ f1159 f494 1"/>
                <a:gd name="f1401" fmla="*/ f1160 f495 1"/>
                <a:gd name="f1402" fmla="*/ f1161 f494 1"/>
                <a:gd name="f1403" fmla="*/ f1162 f495 1"/>
                <a:gd name="f1404" fmla="*/ f1163 f494 1"/>
                <a:gd name="f1405" fmla="*/ f1164 f495 1"/>
                <a:gd name="f1406" fmla="*/ f1165 f494 1"/>
                <a:gd name="f1407" fmla="*/ f1166 f495 1"/>
                <a:gd name="f1408" fmla="*/ f1167 f494 1"/>
                <a:gd name="f1409" fmla="*/ f1168 f495 1"/>
                <a:gd name="f1410" fmla="*/ f1169 f494 1"/>
                <a:gd name="f1411" fmla="*/ f1170 f495 1"/>
                <a:gd name="f1412" fmla="*/ f1171 f494 1"/>
                <a:gd name="f1413" fmla="*/ f1172 f495 1"/>
                <a:gd name="f1414" fmla="*/ f1173 f494 1"/>
                <a:gd name="f1415" fmla="*/ f1174 f495 1"/>
                <a:gd name="f1416" fmla="*/ f1175 f494 1"/>
                <a:gd name="f1417" fmla="*/ f1176 f495 1"/>
                <a:gd name="f1418" fmla="*/ f1177 f494 1"/>
                <a:gd name="f1419" fmla="*/ f1178 f494 1"/>
                <a:gd name="f1420" fmla="*/ f1179 f494 1"/>
                <a:gd name="f1421" fmla="*/ f1180 f495 1"/>
                <a:gd name="f1422" fmla="*/ f1181 f494 1"/>
                <a:gd name="f1423" fmla="*/ f1182 f495 1"/>
                <a:gd name="f1424" fmla="*/ f1183 f494 1"/>
                <a:gd name="f1425" fmla="*/ f1184 f495 1"/>
                <a:gd name="f1426" fmla="*/ f1185 f494 1"/>
                <a:gd name="f1427" fmla="*/ f1186 f495 1"/>
                <a:gd name="f1428" fmla="*/ f1187 f494 1"/>
                <a:gd name="f1429" fmla="*/ f1188 f495 1"/>
                <a:gd name="f1430" fmla="*/ f1189 f494 1"/>
                <a:gd name="f1431" fmla="*/ f1190 f495 1"/>
                <a:gd name="f1432" fmla="*/ f1191 f494 1"/>
                <a:gd name="f1433" fmla="*/ f1192 f495 1"/>
                <a:gd name="f1434" fmla="*/ f1193 f494 1"/>
                <a:gd name="f1435" fmla="*/ f1194 f495 1"/>
                <a:gd name="f1436" fmla="*/ f1195 f494 1"/>
                <a:gd name="f1437" fmla="*/ f1196 f495 1"/>
                <a:gd name="f1438" fmla="*/ f1197 f494 1"/>
                <a:gd name="f1439" fmla="*/ f1198 f495 1"/>
                <a:gd name="f1440" fmla="*/ f1199 f494 1"/>
                <a:gd name="f1441" fmla="*/ f1200 f495 1"/>
                <a:gd name="f1442" fmla="*/ f1201 f494 1"/>
                <a:gd name="f1443" fmla="*/ f1202 f495 1"/>
                <a:gd name="f1444" fmla="*/ f1203 f494 1"/>
                <a:gd name="f1445" fmla="*/ f1204 f495 1"/>
                <a:gd name="f1446" fmla="*/ f1205 f494 1"/>
                <a:gd name="f1447" fmla="*/ f1206 f495 1"/>
                <a:gd name="f1448" fmla="*/ f1207 f494 1"/>
                <a:gd name="f1449" fmla="*/ f1208 f495 1"/>
                <a:gd name="f1450" fmla="*/ f1209 f494 1"/>
                <a:gd name="f1451" fmla="*/ f1210 f495 1"/>
                <a:gd name="f1452" fmla="*/ f1211 f494 1"/>
                <a:gd name="f1453" fmla="*/ f1212 f495 1"/>
                <a:gd name="f1454" fmla="*/ f1213 f494 1"/>
                <a:gd name="f1455" fmla="*/ f1214 f494 1"/>
                <a:gd name="f1456" fmla="*/ f1215 f494 1"/>
                <a:gd name="f1457" fmla="*/ f1216 f494 1"/>
                <a:gd name="f1458" fmla="*/ f1217 f49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980">
                  <a:pos x="f1222" y="f1223"/>
                </a:cxn>
                <a:cxn ang="f980">
                  <a:pos x="f1224" y="f1223"/>
                </a:cxn>
                <a:cxn ang="f980">
                  <a:pos x="f1225" y="f1226"/>
                </a:cxn>
                <a:cxn ang="f980">
                  <a:pos x="f1227" y="f1228"/>
                </a:cxn>
                <a:cxn ang="f980">
                  <a:pos x="f1229" y="f1230"/>
                </a:cxn>
                <a:cxn ang="f980">
                  <a:pos x="f1231" y="f1232"/>
                </a:cxn>
                <a:cxn ang="f980">
                  <a:pos x="f1233" y="f1232"/>
                </a:cxn>
                <a:cxn ang="f980">
                  <a:pos x="f1234" y="f1235"/>
                </a:cxn>
                <a:cxn ang="f980">
                  <a:pos x="f1236" y="f1237"/>
                </a:cxn>
                <a:cxn ang="f980">
                  <a:pos x="f1238" y="f1239"/>
                </a:cxn>
                <a:cxn ang="f980">
                  <a:pos x="f1240" y="f1241"/>
                </a:cxn>
                <a:cxn ang="f980">
                  <a:pos x="f1242" y="f1243"/>
                </a:cxn>
                <a:cxn ang="f980">
                  <a:pos x="f1244" y="f1245"/>
                </a:cxn>
                <a:cxn ang="f980">
                  <a:pos x="f1246" y="f1247"/>
                </a:cxn>
                <a:cxn ang="f980">
                  <a:pos x="f1248" y="f1249"/>
                </a:cxn>
                <a:cxn ang="f980">
                  <a:pos x="f1250" y="f1251"/>
                </a:cxn>
                <a:cxn ang="f980">
                  <a:pos x="f1252" y="f1253"/>
                </a:cxn>
                <a:cxn ang="f980">
                  <a:pos x="f1254" y="f1255"/>
                </a:cxn>
                <a:cxn ang="f980">
                  <a:pos x="f1256" y="f1257"/>
                </a:cxn>
                <a:cxn ang="f980">
                  <a:pos x="f1258" y="f1259"/>
                </a:cxn>
                <a:cxn ang="f980">
                  <a:pos x="f1260" y="f1261"/>
                </a:cxn>
                <a:cxn ang="f980">
                  <a:pos x="f1262" y="f1263"/>
                </a:cxn>
                <a:cxn ang="f980">
                  <a:pos x="f1264" y="f1265"/>
                </a:cxn>
                <a:cxn ang="f980">
                  <a:pos x="f1266" y="f1267"/>
                </a:cxn>
                <a:cxn ang="f980">
                  <a:pos x="f1268" y="f1269"/>
                </a:cxn>
                <a:cxn ang="f980">
                  <a:pos x="f1270" y="f1271"/>
                </a:cxn>
                <a:cxn ang="f980">
                  <a:pos x="f1272" y="f1273"/>
                </a:cxn>
                <a:cxn ang="f980">
                  <a:pos x="f1274" y="f1275"/>
                </a:cxn>
                <a:cxn ang="f980">
                  <a:pos x="f1276" y="f1277"/>
                </a:cxn>
                <a:cxn ang="f980">
                  <a:pos x="f1278" y="f1279"/>
                </a:cxn>
                <a:cxn ang="f980">
                  <a:pos x="f1280" y="f1281"/>
                </a:cxn>
                <a:cxn ang="f980">
                  <a:pos x="f1282" y="f1283"/>
                </a:cxn>
                <a:cxn ang="f980">
                  <a:pos x="f1284" y="f1285"/>
                </a:cxn>
                <a:cxn ang="f980">
                  <a:pos x="f1286" y="f1287"/>
                </a:cxn>
                <a:cxn ang="f980">
                  <a:pos x="f1288" y="f1289"/>
                </a:cxn>
                <a:cxn ang="f980">
                  <a:pos x="f1290" y="f1291"/>
                </a:cxn>
                <a:cxn ang="f980">
                  <a:pos x="f1292" y="f1293"/>
                </a:cxn>
                <a:cxn ang="f980">
                  <a:pos x="f1294" y="f1295"/>
                </a:cxn>
                <a:cxn ang="f980">
                  <a:pos x="f1296" y="f1297"/>
                </a:cxn>
                <a:cxn ang="f980">
                  <a:pos x="f1298" y="f1299"/>
                </a:cxn>
                <a:cxn ang="f980">
                  <a:pos x="f1300" y="f1301"/>
                </a:cxn>
                <a:cxn ang="f980">
                  <a:pos x="f1302" y="f1303"/>
                </a:cxn>
                <a:cxn ang="f980">
                  <a:pos x="f1304" y="f1305"/>
                </a:cxn>
                <a:cxn ang="f980">
                  <a:pos x="f1306" y="f1307"/>
                </a:cxn>
                <a:cxn ang="f980">
                  <a:pos x="f1308" y="f1309"/>
                </a:cxn>
                <a:cxn ang="f980">
                  <a:pos x="f1310" y="f1311"/>
                </a:cxn>
                <a:cxn ang="f980">
                  <a:pos x="f1312" y="f1313"/>
                </a:cxn>
                <a:cxn ang="f980">
                  <a:pos x="f1314" y="f1315"/>
                </a:cxn>
                <a:cxn ang="f980">
                  <a:pos x="f1316" y="f1317"/>
                </a:cxn>
                <a:cxn ang="f980">
                  <a:pos x="f1318" y="f1319"/>
                </a:cxn>
                <a:cxn ang="f980">
                  <a:pos x="f1320" y="f1321"/>
                </a:cxn>
                <a:cxn ang="f980">
                  <a:pos x="f1322" y="f1323"/>
                </a:cxn>
                <a:cxn ang="f980">
                  <a:pos x="f1324" y="f1325"/>
                </a:cxn>
                <a:cxn ang="f980">
                  <a:pos x="f1326" y="f1327"/>
                </a:cxn>
                <a:cxn ang="f980">
                  <a:pos x="f1328" y="f1329"/>
                </a:cxn>
                <a:cxn ang="f980">
                  <a:pos x="f1330" y="f1331"/>
                </a:cxn>
                <a:cxn ang="f980">
                  <a:pos x="f1332" y="f1333"/>
                </a:cxn>
                <a:cxn ang="f980">
                  <a:pos x="f1334" y="f1335"/>
                </a:cxn>
                <a:cxn ang="f980">
                  <a:pos x="f1336" y="f1337"/>
                </a:cxn>
                <a:cxn ang="f980">
                  <a:pos x="f1338" y="f1339"/>
                </a:cxn>
                <a:cxn ang="f980">
                  <a:pos x="f1340" y="f1341"/>
                </a:cxn>
                <a:cxn ang="f980">
                  <a:pos x="f1342" y="f1343"/>
                </a:cxn>
                <a:cxn ang="f980">
                  <a:pos x="f1344" y="f1345"/>
                </a:cxn>
                <a:cxn ang="f980">
                  <a:pos x="f1346" y="f1347"/>
                </a:cxn>
                <a:cxn ang="f980">
                  <a:pos x="f1348" y="f1349"/>
                </a:cxn>
                <a:cxn ang="f980">
                  <a:pos x="f1350" y="f1351"/>
                </a:cxn>
                <a:cxn ang="f980">
                  <a:pos x="f1352" y="f1353"/>
                </a:cxn>
                <a:cxn ang="f980">
                  <a:pos x="f1354" y="f1355"/>
                </a:cxn>
                <a:cxn ang="f980">
                  <a:pos x="f1356" y="f1357"/>
                </a:cxn>
                <a:cxn ang="f980">
                  <a:pos x="f1358" y="f1359"/>
                </a:cxn>
                <a:cxn ang="f980">
                  <a:pos x="f1360" y="f1361"/>
                </a:cxn>
                <a:cxn ang="f980">
                  <a:pos x="f1362" y="f1363"/>
                </a:cxn>
                <a:cxn ang="f980">
                  <a:pos x="f1364" y="f1365"/>
                </a:cxn>
                <a:cxn ang="f980">
                  <a:pos x="f1366" y="f1367"/>
                </a:cxn>
                <a:cxn ang="f980">
                  <a:pos x="f1368" y="f1369"/>
                </a:cxn>
                <a:cxn ang="f980">
                  <a:pos x="f1370" y="f1371"/>
                </a:cxn>
                <a:cxn ang="f980">
                  <a:pos x="f1372" y="f1373"/>
                </a:cxn>
                <a:cxn ang="f980">
                  <a:pos x="f1374" y="f1375"/>
                </a:cxn>
                <a:cxn ang="f980">
                  <a:pos x="f1376" y="f1377"/>
                </a:cxn>
                <a:cxn ang="f980">
                  <a:pos x="f1378" y="f1379"/>
                </a:cxn>
                <a:cxn ang="f980">
                  <a:pos x="f1380" y="f1381"/>
                </a:cxn>
                <a:cxn ang="f980">
                  <a:pos x="f1382" y="f1383"/>
                </a:cxn>
                <a:cxn ang="f980">
                  <a:pos x="f1384" y="f1385"/>
                </a:cxn>
                <a:cxn ang="f980">
                  <a:pos x="f1386" y="f1387"/>
                </a:cxn>
                <a:cxn ang="f980">
                  <a:pos x="f1388" y="f1389"/>
                </a:cxn>
                <a:cxn ang="f980">
                  <a:pos x="f1390" y="f1391"/>
                </a:cxn>
                <a:cxn ang="f980">
                  <a:pos x="f1392" y="f1393"/>
                </a:cxn>
                <a:cxn ang="f980">
                  <a:pos x="f1394" y="f1395"/>
                </a:cxn>
                <a:cxn ang="f980">
                  <a:pos x="f1396" y="f1397"/>
                </a:cxn>
                <a:cxn ang="f980">
                  <a:pos x="f1398" y="f1399"/>
                </a:cxn>
                <a:cxn ang="f980">
                  <a:pos x="f1400" y="f1401"/>
                </a:cxn>
                <a:cxn ang="f980">
                  <a:pos x="f1402" y="f1403"/>
                </a:cxn>
                <a:cxn ang="f980">
                  <a:pos x="f1404" y="f1405"/>
                </a:cxn>
                <a:cxn ang="f980">
                  <a:pos x="f1406" y="f1407"/>
                </a:cxn>
                <a:cxn ang="f980">
                  <a:pos x="f1408" y="f1409"/>
                </a:cxn>
                <a:cxn ang="f980">
                  <a:pos x="f1410" y="f1411"/>
                </a:cxn>
                <a:cxn ang="f980">
                  <a:pos x="f1412" y="f1413"/>
                </a:cxn>
                <a:cxn ang="f980">
                  <a:pos x="f1414" y="f1415"/>
                </a:cxn>
                <a:cxn ang="f980">
                  <a:pos x="f1416" y="f1417"/>
                </a:cxn>
                <a:cxn ang="f980">
                  <a:pos x="f1418" y="f1223"/>
                </a:cxn>
                <a:cxn ang="f980">
                  <a:pos x="f1419" y="f1223"/>
                </a:cxn>
                <a:cxn ang="f980">
                  <a:pos x="f1420" y="f1421"/>
                </a:cxn>
                <a:cxn ang="f980">
                  <a:pos x="f1422" y="f1423"/>
                </a:cxn>
                <a:cxn ang="f980">
                  <a:pos x="f1424" y="f1425"/>
                </a:cxn>
                <a:cxn ang="f980">
                  <a:pos x="f1426" y="f1427"/>
                </a:cxn>
                <a:cxn ang="f980">
                  <a:pos x="f1428" y="f1429"/>
                </a:cxn>
                <a:cxn ang="f980">
                  <a:pos x="f1430" y="f1431"/>
                </a:cxn>
                <a:cxn ang="f980">
                  <a:pos x="f1432" y="f1433"/>
                </a:cxn>
                <a:cxn ang="f980">
                  <a:pos x="f1434" y="f1435"/>
                </a:cxn>
                <a:cxn ang="f980">
                  <a:pos x="f1436" y="f1437"/>
                </a:cxn>
                <a:cxn ang="f980">
                  <a:pos x="f1438" y="f1439"/>
                </a:cxn>
                <a:cxn ang="f980">
                  <a:pos x="f1440" y="f1441"/>
                </a:cxn>
                <a:cxn ang="f980">
                  <a:pos x="f1442" y="f1443"/>
                </a:cxn>
                <a:cxn ang="f980">
                  <a:pos x="f1444" y="f1445"/>
                </a:cxn>
                <a:cxn ang="f980">
                  <a:pos x="f1446" y="f1447"/>
                </a:cxn>
                <a:cxn ang="f980">
                  <a:pos x="f1448" y="f1449"/>
                </a:cxn>
                <a:cxn ang="f980">
                  <a:pos x="f1450" y="f1451"/>
                </a:cxn>
                <a:cxn ang="f980">
                  <a:pos x="f1452" y="f1453"/>
                </a:cxn>
                <a:cxn ang="f980">
                  <a:pos x="f1454" y="f1232"/>
                </a:cxn>
                <a:cxn ang="f980">
                  <a:pos x="f1455" y="f1232"/>
                </a:cxn>
                <a:cxn ang="f980">
                  <a:pos x="f1456" y="f1230"/>
                </a:cxn>
                <a:cxn ang="f980">
                  <a:pos x="f1457" y="f1228"/>
                </a:cxn>
                <a:cxn ang="f980">
                  <a:pos x="f1458" y="f1226"/>
                </a:cxn>
              </a:cxnLst>
              <a:rect l="f1218" t="f1221" r="f1219" b="f1220"/>
              <a:pathLst>
                <a:path w="9767847" h="6858000">
                  <a:moveTo>
                    <a:pt x="f8" y="f5"/>
                  </a:moveTo>
                  <a:lnTo>
                    <a:pt x="f9" y="f5"/>
                  </a:lnTo>
                  <a:lnTo>
                    <a:pt x="f10" y="f11"/>
                  </a:lnTo>
                  <a:cubicBezTo>
                    <a:pt x="f12" y="f13"/>
                    <a:pt x="f6" y="f14"/>
                    <a:pt x="f6" y="f15"/>
                  </a:cubicBezTo>
                  <a:cubicBezTo>
                    <a:pt x="f6" y="f16"/>
                    <a:pt x="f17" y="f18"/>
                    <a:pt x="f19" y="f20"/>
                  </a:cubicBezTo>
                  <a:lnTo>
                    <a:pt x="f21" y="f7"/>
                  </a:lnTo>
                  <a:lnTo>
                    <a:pt x="f22" y="f7"/>
                  </a:lnTo>
                  <a:lnTo>
                    <a:pt x="f23" y="f24"/>
                  </a:lnTo>
                  <a:cubicBezTo>
                    <a:pt x="f25" y="f26"/>
                    <a:pt x="f27" y="f28"/>
                    <a:pt x="f29" y="f30"/>
                  </a:cubicBezTo>
                  <a:lnTo>
                    <a:pt x="f31" y="f32"/>
                  </a:lnTo>
                  <a:cubicBezTo>
                    <a:pt x="f33" y="f34"/>
                    <a:pt x="f35" y="f36"/>
                    <a:pt x="f37" y="f38"/>
                  </a:cubicBezTo>
                  <a:lnTo>
                    <a:pt x="f39" y="f40"/>
                  </a:lnTo>
                  <a:lnTo>
                    <a:pt x="f41" y="f42"/>
                  </a:lnTo>
                  <a:cubicBezTo>
                    <a:pt x="f43" y="f44"/>
                    <a:pt x="f45" y="f46"/>
                    <a:pt x="f47" y="f48"/>
                  </a:cubicBezTo>
                  <a:lnTo>
                    <a:pt x="f49" y="f50"/>
                  </a:lnTo>
                  <a:cubicBezTo>
                    <a:pt x="f51" y="f52"/>
                    <a:pt x="f53" y="f54"/>
                    <a:pt x="f55" y="f56"/>
                  </a:cubicBezTo>
                  <a:lnTo>
                    <a:pt x="f57" y="f58"/>
                  </a:lnTo>
                  <a:lnTo>
                    <a:pt x="f59" y="f60"/>
                  </a:lnTo>
                  <a:cubicBezTo>
                    <a:pt x="f61" y="f62"/>
                    <a:pt x="f63" y="f64"/>
                    <a:pt x="f65" y="f66"/>
                  </a:cubicBezTo>
                  <a:cubicBezTo>
                    <a:pt x="f67" y="f68"/>
                    <a:pt x="f69" y="f70"/>
                    <a:pt x="f71" y="f72"/>
                  </a:cubicBezTo>
                  <a:cubicBezTo>
                    <a:pt x="f73" y="f74"/>
                    <a:pt x="f75" y="f76"/>
                    <a:pt x="f77" y="f78"/>
                  </a:cubicBezTo>
                  <a:cubicBezTo>
                    <a:pt x="f79" y="f80"/>
                    <a:pt x="f81" y="f82"/>
                    <a:pt x="f83" y="f84"/>
                  </a:cubicBezTo>
                  <a:lnTo>
                    <a:pt x="f85" y="f86"/>
                  </a:lnTo>
                  <a:lnTo>
                    <a:pt x="f87" y="f88"/>
                  </a:lnTo>
                  <a:cubicBezTo>
                    <a:pt x="f89" y="f90"/>
                    <a:pt x="f91" y="f92"/>
                    <a:pt x="f93" y="f94"/>
                  </a:cubicBezTo>
                  <a:cubicBezTo>
                    <a:pt x="f95" y="f96"/>
                    <a:pt x="f97" y="f98"/>
                    <a:pt x="f99" y="f100"/>
                  </a:cubicBezTo>
                  <a:cubicBezTo>
                    <a:pt x="f101" y="f102"/>
                    <a:pt x="f103" y="f104"/>
                    <a:pt x="f105" y="f106"/>
                  </a:cubicBezTo>
                  <a:cubicBezTo>
                    <a:pt x="f107" y="f108"/>
                    <a:pt x="f109" y="f110"/>
                    <a:pt x="f111" y="f112"/>
                  </a:cubicBezTo>
                  <a:cubicBezTo>
                    <a:pt x="f113" y="f114"/>
                    <a:pt x="f115" y="f116"/>
                    <a:pt x="f117" y="f118"/>
                  </a:cubicBezTo>
                  <a:cubicBezTo>
                    <a:pt x="f119" y="f120"/>
                    <a:pt x="f121" y="f122"/>
                    <a:pt x="f123" y="f124"/>
                  </a:cubicBezTo>
                  <a:cubicBezTo>
                    <a:pt x="f125" y="f126"/>
                    <a:pt x="f127" y="f128"/>
                    <a:pt x="f129" y="f130"/>
                  </a:cubicBezTo>
                  <a:lnTo>
                    <a:pt x="f131" y="f132"/>
                  </a:lnTo>
                  <a:lnTo>
                    <a:pt x="f133" y="f134"/>
                  </a:lnTo>
                  <a:cubicBezTo>
                    <a:pt x="f135" y="f136"/>
                    <a:pt x="f137" y="f138"/>
                    <a:pt x="f139" y="f140"/>
                  </a:cubicBezTo>
                  <a:cubicBezTo>
                    <a:pt x="f141" y="f142"/>
                    <a:pt x="f143" y="f144"/>
                    <a:pt x="f145" y="f146"/>
                  </a:cubicBezTo>
                  <a:cubicBezTo>
                    <a:pt x="f147" y="f148"/>
                    <a:pt x="f149" y="f150"/>
                    <a:pt x="f151" y="f152"/>
                  </a:cubicBezTo>
                  <a:cubicBezTo>
                    <a:pt x="f153" y="f154"/>
                    <a:pt x="f155" y="f156"/>
                    <a:pt x="f157" y="f158"/>
                  </a:cubicBezTo>
                  <a:cubicBezTo>
                    <a:pt x="f159" y="f160"/>
                    <a:pt x="f161" y="f162"/>
                    <a:pt x="f163" y="f164"/>
                  </a:cubicBezTo>
                  <a:cubicBezTo>
                    <a:pt x="f165" y="f166"/>
                    <a:pt x="f167" y="f168"/>
                    <a:pt x="f169" y="f170"/>
                  </a:cubicBezTo>
                  <a:lnTo>
                    <a:pt x="f171" y="f172"/>
                  </a:lnTo>
                  <a:lnTo>
                    <a:pt x="f173" y="f174"/>
                  </a:lnTo>
                  <a:lnTo>
                    <a:pt x="f175" y="f176"/>
                  </a:lnTo>
                  <a:lnTo>
                    <a:pt x="f177" y="f178"/>
                  </a:lnTo>
                  <a:lnTo>
                    <a:pt x="f179" y="f180"/>
                  </a:lnTo>
                  <a:lnTo>
                    <a:pt x="f181" y="f182"/>
                  </a:lnTo>
                  <a:lnTo>
                    <a:pt x="f183" y="f184"/>
                  </a:lnTo>
                  <a:lnTo>
                    <a:pt x="f185" y="f186"/>
                  </a:lnTo>
                  <a:lnTo>
                    <a:pt x="f187" y="f188"/>
                  </a:lnTo>
                  <a:cubicBezTo>
                    <a:pt x="f189" y="f190"/>
                    <a:pt x="f191" y="f192"/>
                    <a:pt x="f193" y="f194"/>
                  </a:cubicBezTo>
                  <a:lnTo>
                    <a:pt x="f195" y="f196"/>
                  </a:lnTo>
                  <a:cubicBezTo>
                    <a:pt x="f197" y="f198"/>
                    <a:pt x="f199" y="f200"/>
                    <a:pt x="f201" y="f202"/>
                  </a:cubicBezTo>
                  <a:lnTo>
                    <a:pt x="f203" y="f204"/>
                  </a:lnTo>
                  <a:cubicBezTo>
                    <a:pt x="f205" y="f206"/>
                    <a:pt x="f207" y="f208"/>
                    <a:pt x="f209" y="f210"/>
                  </a:cubicBezTo>
                  <a:cubicBezTo>
                    <a:pt x="f211" y="f212"/>
                    <a:pt x="f213" y="f214"/>
                    <a:pt x="f215" y="f216"/>
                  </a:cubicBezTo>
                  <a:lnTo>
                    <a:pt x="f217" y="f218"/>
                  </a:lnTo>
                  <a:lnTo>
                    <a:pt x="f219" y="f220"/>
                  </a:lnTo>
                  <a:lnTo>
                    <a:pt x="f221" y="f222"/>
                  </a:lnTo>
                  <a:lnTo>
                    <a:pt x="f223" y="f224"/>
                  </a:lnTo>
                  <a:lnTo>
                    <a:pt x="f225" y="f226"/>
                  </a:lnTo>
                  <a:cubicBezTo>
                    <a:pt x="f227" y="f228"/>
                    <a:pt x="f229" y="f230"/>
                    <a:pt x="f231" y="f232"/>
                  </a:cubicBezTo>
                  <a:lnTo>
                    <a:pt x="f233" y="f234"/>
                  </a:lnTo>
                  <a:lnTo>
                    <a:pt x="f235" y="f236"/>
                  </a:lnTo>
                  <a:lnTo>
                    <a:pt x="f237" y="f238"/>
                  </a:lnTo>
                  <a:lnTo>
                    <a:pt x="f239" y="f240"/>
                  </a:lnTo>
                  <a:lnTo>
                    <a:pt x="f241" y="f242"/>
                  </a:lnTo>
                  <a:lnTo>
                    <a:pt x="f243" y="f244"/>
                  </a:lnTo>
                  <a:cubicBezTo>
                    <a:pt x="f245" y="f246"/>
                    <a:pt x="f247" y="f248"/>
                    <a:pt x="f249" y="f250"/>
                  </a:cubicBezTo>
                  <a:lnTo>
                    <a:pt x="f251" y="f252"/>
                  </a:lnTo>
                  <a:cubicBezTo>
                    <a:pt x="f253" y="f254"/>
                    <a:pt x="f255" y="f256"/>
                    <a:pt x="f257" y="f258"/>
                  </a:cubicBezTo>
                  <a:cubicBezTo>
                    <a:pt x="f259" y="f260"/>
                    <a:pt x="f261" y="f262"/>
                    <a:pt x="f263" y="f264"/>
                  </a:cubicBezTo>
                  <a:cubicBezTo>
                    <a:pt x="f265" y="f266"/>
                    <a:pt x="f267" y="f268"/>
                    <a:pt x="f269" y="f270"/>
                  </a:cubicBezTo>
                  <a:lnTo>
                    <a:pt x="f271" y="f272"/>
                  </a:lnTo>
                  <a:lnTo>
                    <a:pt x="f273" y="f274"/>
                  </a:lnTo>
                  <a:cubicBezTo>
                    <a:pt x="f275" y="f276"/>
                    <a:pt x="f277" y="f278"/>
                    <a:pt x="f279" y="f280"/>
                  </a:cubicBezTo>
                  <a:cubicBezTo>
                    <a:pt x="f281" y="f282"/>
                    <a:pt x="f283" y="f284"/>
                    <a:pt x="f285" y="f286"/>
                  </a:cubicBezTo>
                  <a:cubicBezTo>
                    <a:pt x="f287" y="f288"/>
                    <a:pt x="f289" y="f290"/>
                    <a:pt x="f291" y="f292"/>
                  </a:cubicBezTo>
                  <a:lnTo>
                    <a:pt x="f293" y="f294"/>
                  </a:lnTo>
                  <a:lnTo>
                    <a:pt x="f295" y="f296"/>
                  </a:lnTo>
                  <a:cubicBezTo>
                    <a:pt x="f297" y="f298"/>
                    <a:pt x="f299" y="f300"/>
                    <a:pt x="f301" y="f302"/>
                  </a:cubicBezTo>
                  <a:cubicBezTo>
                    <a:pt x="f303" y="f304"/>
                    <a:pt x="f305" y="f306"/>
                    <a:pt x="f307" y="f308"/>
                  </a:cubicBezTo>
                  <a:lnTo>
                    <a:pt x="f309" y="f310"/>
                  </a:lnTo>
                  <a:lnTo>
                    <a:pt x="f311" y="f312"/>
                  </a:lnTo>
                  <a:cubicBezTo>
                    <a:pt x="f313" y="f314"/>
                    <a:pt x="f315" y="f316"/>
                    <a:pt x="f317" y="f318"/>
                  </a:cubicBezTo>
                  <a:cubicBezTo>
                    <a:pt x="f319" y="f320"/>
                    <a:pt x="f321" y="f322"/>
                    <a:pt x="f323" y="f324"/>
                  </a:cubicBezTo>
                  <a:lnTo>
                    <a:pt x="f325" y="f326"/>
                  </a:lnTo>
                  <a:lnTo>
                    <a:pt x="f327" y="f328"/>
                  </a:lnTo>
                  <a:cubicBezTo>
                    <a:pt x="f329" y="f330"/>
                    <a:pt x="f331" y="f332"/>
                    <a:pt x="f333" y="f334"/>
                  </a:cubicBezTo>
                  <a:cubicBezTo>
                    <a:pt x="f335" y="f336"/>
                    <a:pt x="f337" y="f338"/>
                    <a:pt x="f339" y="f340"/>
                  </a:cubicBezTo>
                  <a:lnTo>
                    <a:pt x="f341" y="f342"/>
                  </a:lnTo>
                  <a:lnTo>
                    <a:pt x="f343" y="f344"/>
                  </a:lnTo>
                  <a:lnTo>
                    <a:pt x="f345" y="f346"/>
                  </a:lnTo>
                  <a:cubicBezTo>
                    <a:pt x="f347" y="f348"/>
                    <a:pt x="f349" y="f350"/>
                    <a:pt x="f351" y="f352"/>
                  </a:cubicBezTo>
                  <a:cubicBezTo>
                    <a:pt x="f353" y="f354"/>
                    <a:pt x="f355" y="f356"/>
                    <a:pt x="f357" y="f358"/>
                  </a:cubicBezTo>
                  <a:lnTo>
                    <a:pt x="f359" y="f360"/>
                  </a:lnTo>
                  <a:lnTo>
                    <a:pt x="f361" y="f362"/>
                  </a:lnTo>
                  <a:cubicBezTo>
                    <a:pt x="f363" y="f364"/>
                    <a:pt x="f365" y="f366"/>
                    <a:pt x="f367" y="f368"/>
                  </a:cubicBezTo>
                  <a:cubicBezTo>
                    <a:pt x="f369" y="f370"/>
                    <a:pt x="f371" y="f372"/>
                    <a:pt x="f373" y="f374"/>
                  </a:cubicBezTo>
                  <a:cubicBezTo>
                    <a:pt x="f375" y="f376"/>
                    <a:pt x="f377" y="f378"/>
                    <a:pt x="f379" y="f380"/>
                  </a:cubicBezTo>
                  <a:cubicBezTo>
                    <a:pt x="f381" y="f382"/>
                    <a:pt x="f383" y="f384"/>
                    <a:pt x="f385" y="f386"/>
                  </a:cubicBezTo>
                  <a:close/>
                  <a:moveTo>
                    <a:pt x="f387" y="f5"/>
                  </a:moveTo>
                  <a:lnTo>
                    <a:pt x="f388" y="f5"/>
                  </a:lnTo>
                  <a:lnTo>
                    <a:pt x="f389" y="f390"/>
                  </a:lnTo>
                  <a:cubicBezTo>
                    <a:pt x="f391" y="f392"/>
                    <a:pt x="f393" y="f394"/>
                    <a:pt x="f395" y="f396"/>
                  </a:cubicBezTo>
                  <a:cubicBezTo>
                    <a:pt x="f397" y="f398"/>
                    <a:pt x="f399" y="f400"/>
                    <a:pt x="f401" y="f402"/>
                  </a:cubicBezTo>
                  <a:cubicBezTo>
                    <a:pt x="f403" y="f404"/>
                    <a:pt x="f405" y="f406"/>
                    <a:pt x="f407" y="f408"/>
                  </a:cubicBezTo>
                  <a:cubicBezTo>
                    <a:pt x="f409" y="f410"/>
                    <a:pt x="f411" y="f412"/>
                    <a:pt x="f413" y="f414"/>
                  </a:cubicBezTo>
                  <a:cubicBezTo>
                    <a:pt x="f415" y="f416"/>
                    <a:pt x="f417" y="f418"/>
                    <a:pt x="f419" y="f420"/>
                  </a:cubicBezTo>
                  <a:cubicBezTo>
                    <a:pt x="f421" y="f422"/>
                    <a:pt x="f423" y="f424"/>
                    <a:pt x="f425" y="f426"/>
                  </a:cubicBezTo>
                  <a:cubicBezTo>
                    <a:pt x="f427" y="f428"/>
                    <a:pt x="f429" y="f430"/>
                    <a:pt x="f431" y="f432"/>
                  </a:cubicBezTo>
                  <a:cubicBezTo>
                    <a:pt x="f433" y="f434"/>
                    <a:pt x="f435" y="f436"/>
                    <a:pt x="f437" y="f438"/>
                  </a:cubicBezTo>
                  <a:cubicBezTo>
                    <a:pt x="f439" y="f440"/>
                    <a:pt x="f441" y="f442"/>
                    <a:pt x="f443" y="f444"/>
                  </a:cubicBezTo>
                  <a:cubicBezTo>
                    <a:pt x="f445" y="f446"/>
                    <a:pt x="f447" y="f448"/>
                    <a:pt x="f449" y="f450"/>
                  </a:cubicBezTo>
                  <a:cubicBezTo>
                    <a:pt x="f451" y="f452"/>
                    <a:pt x="f453" y="f454"/>
                    <a:pt x="f455" y="f456"/>
                  </a:cubicBezTo>
                  <a:cubicBezTo>
                    <a:pt x="f457" y="f458"/>
                    <a:pt x="f459" y="f460"/>
                    <a:pt x="f461" y="f462"/>
                  </a:cubicBezTo>
                  <a:cubicBezTo>
                    <a:pt x="f463" y="f464"/>
                    <a:pt x="f465" y="f466"/>
                    <a:pt x="f467" y="f468"/>
                  </a:cubicBezTo>
                  <a:cubicBezTo>
                    <a:pt x="f469" y="f470"/>
                    <a:pt x="f471" y="f472"/>
                    <a:pt x="f473" y="f474"/>
                  </a:cubicBezTo>
                  <a:cubicBezTo>
                    <a:pt x="f475" y="f476"/>
                    <a:pt x="f477" y="f478"/>
                    <a:pt x="f479" y="f480"/>
                  </a:cubicBezTo>
                  <a:cubicBezTo>
                    <a:pt x="f481" y="f482"/>
                    <a:pt x="f483" y="f484"/>
                    <a:pt x="f485" y="f486"/>
                  </a:cubicBezTo>
                  <a:lnTo>
                    <a:pt x="f487" y="f7"/>
                  </a:lnTo>
                  <a:lnTo>
                    <a:pt x="f488" y="f7"/>
                  </a:lnTo>
                  <a:lnTo>
                    <a:pt x="f489" y="f20"/>
                  </a:lnTo>
                  <a:cubicBezTo>
                    <a:pt x="f490" y="f18"/>
                    <a:pt x="f5" y="f16"/>
                    <a:pt x="f5" y="f15"/>
                  </a:cubicBezTo>
                  <a:cubicBezTo>
                    <a:pt x="f5" y="f14"/>
                    <a:pt x="f491" y="f13"/>
                    <a:pt x="f492" y="f11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41000"/>
                  </a:srgbClr>
                </a:gs>
                <a:gs pos="100000">
                  <a:srgbClr val="AD8200">
                    <a:alpha val="56000"/>
                  </a:srgbClr>
                </a:gs>
              </a:gsLst>
              <a:lin ang="12000000"/>
            </a:gra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Lato"/>
              </a:endParaRPr>
            </a:p>
          </p:txBody>
        </p:sp>
        <p:sp>
          <p:nvSpPr>
            <p:cNvPr id="12" name="Freeform: Shape 21">
              <a:extLst>
                <a:ext uri="{FF2B5EF4-FFF2-40B4-BE49-F238E27FC236}">
                  <a16:creationId xmlns:a16="http://schemas.microsoft.com/office/drawing/2014/main" id="{FE676FFB-3012-9786-FE49-8D33303E67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Move="1" noResize="1"/>
            </p:cNvSpPr>
            <p:nvPr/>
          </p:nvSpPr>
          <p:spPr>
            <a:xfrm>
              <a:off x="1303404" y="3986"/>
              <a:ext cx="9767849" cy="685800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9767847"/>
                <a:gd name="f7" fmla="val 6858000"/>
                <a:gd name="f8" fmla="val 7145704"/>
                <a:gd name="f9" fmla="val 7875738"/>
                <a:gd name="f10" fmla="val 7990553"/>
                <a:gd name="f11" fmla="val 85415"/>
                <a:gd name="f12" fmla="val 9075991"/>
                <a:gd name="f13" fmla="val 933432"/>
                <a:gd name="f14" fmla="val 2216793"/>
                <a:gd name="f15" fmla="val 3653129"/>
                <a:gd name="f16" fmla="val 4770280"/>
                <a:gd name="f17" fmla="val 9349317"/>
                <a:gd name="f18" fmla="val 5794890"/>
                <a:gd name="f19" fmla="val 8652597"/>
                <a:gd name="f20" fmla="val 6594103"/>
                <a:gd name="f21" fmla="val 8399240"/>
                <a:gd name="f22" fmla="val 6766926"/>
                <a:gd name="f23" fmla="val 6804586"/>
                <a:gd name="f24" fmla="val 6821201"/>
                <a:gd name="f25" fmla="val 6881735"/>
                <a:gd name="f26" fmla="val 6745295"/>
                <a:gd name="f27" fmla="val 6907435"/>
                <a:gd name="f28" fmla="val 6719979"/>
                <a:gd name="f29" fmla="val 6933134"/>
                <a:gd name="f30" fmla="val 6694896"/>
                <a:gd name="f31" fmla="val 6958883"/>
                <a:gd name="f32" fmla="val 6668920"/>
                <a:gd name="f33" fmla="val 7267925"/>
                <a:gd name="f34" fmla="val 6359792"/>
                <a:gd name="f35" fmla="val 7424360"/>
                <a:gd name="f36" fmla="val 6204783"/>
                <a:gd name="f37" fmla="val 7450754"/>
                <a:gd name="f38" fmla="val 6178900"/>
                <a:gd name="f39" fmla="val 7477598"/>
                <a:gd name="f40" fmla="val 6152829"/>
                <a:gd name="f41" fmla="val 7504938"/>
                <a:gd name="f42" fmla="val 6126806"/>
                <a:gd name="f43" fmla="val 7546396"/>
                <a:gd name="f44" fmla="val 6087795"/>
                <a:gd name="f45" fmla="val 7560264"/>
                <a:gd name="f46" fmla="val 6074901"/>
                <a:gd name="f47" fmla="val 7574780"/>
                <a:gd name="f48" fmla="val 6061630"/>
                <a:gd name="f49" fmla="val 7588002"/>
                <a:gd name="f50" fmla="val 6049630"/>
                <a:gd name="f51" fmla="val 7631000"/>
                <a:gd name="f52" fmla="val 6010807"/>
                <a:gd name="f53" fmla="val 7675440"/>
                <a:gd name="f54" fmla="val 5972407"/>
                <a:gd name="f55" fmla="val 7690404"/>
                <a:gd name="f56" fmla="val 5959796"/>
                <a:gd name="f57" fmla="val 7705564"/>
                <a:gd name="f58" fmla="val 5947419"/>
                <a:gd name="f59" fmla="val 7720626"/>
                <a:gd name="f60" fmla="val 5934949"/>
                <a:gd name="f61" fmla="val 7735738"/>
                <a:gd name="f62" fmla="val 5922525"/>
                <a:gd name="f63" fmla="val 7751197"/>
                <a:gd name="f64" fmla="val 5910619"/>
                <a:gd name="f65" fmla="val 7766458"/>
                <a:gd name="f66" fmla="val 5898432"/>
                <a:gd name="f67" fmla="val 7827949"/>
                <a:gd name="f68" fmla="val 5850290"/>
                <a:gd name="f69" fmla="val 7890979"/>
                <a:gd name="f70" fmla="val 5804597"/>
                <a:gd name="f71" fmla="val 7955254"/>
                <a:gd name="f72" fmla="val 5760926"/>
                <a:gd name="f73" fmla="val 8083800"/>
                <a:gd name="f74" fmla="val 5673632"/>
                <a:gd name="f75" fmla="val 8216872"/>
                <a:gd name="f76" fmla="val 5594434"/>
                <a:gd name="f77" fmla="val 8352678"/>
                <a:gd name="f78" fmla="val 5521728"/>
                <a:gd name="f79" fmla="val 8451350"/>
                <a:gd name="f80" fmla="val 5469352"/>
                <a:gd name="f81" fmla="val 8548532"/>
                <a:gd name="f82" fmla="val 5417493"/>
                <a:gd name="f83" fmla="val 8612110"/>
                <a:gd name="f84" fmla="val 5383188"/>
                <a:gd name="f85" fmla="val 8673251"/>
                <a:gd name="f86" fmla="val 5349306"/>
                <a:gd name="f87" fmla="val 8729473"/>
                <a:gd name="f88" fmla="val 5314059"/>
                <a:gd name="f89" fmla="val 8743591"/>
                <a:gd name="f90" fmla="val 5305213"/>
                <a:gd name="f91" fmla="val 8757161"/>
                <a:gd name="f92" fmla="val 5296459"/>
                <a:gd name="f93" fmla="val 8770781"/>
                <a:gd name="f94" fmla="val 5287330"/>
                <a:gd name="f95" fmla="val 8777591"/>
                <a:gd name="f96" fmla="val 5282765"/>
                <a:gd name="f97" fmla="val 8784451"/>
                <a:gd name="f98" fmla="val 5278201"/>
                <a:gd name="f99" fmla="val 8790964"/>
                <a:gd name="f100" fmla="val 5273590"/>
                <a:gd name="f101" fmla="val 8797574"/>
                <a:gd name="f102" fmla="val 5268977"/>
                <a:gd name="f103" fmla="val 8804235"/>
                <a:gd name="f104" fmla="val 5264412"/>
                <a:gd name="f105" fmla="val 8810499"/>
                <a:gd name="f106" fmla="val 5259801"/>
                <a:gd name="f107" fmla="val 8835999"/>
                <a:gd name="f108" fmla="val 5241401"/>
                <a:gd name="f109" fmla="val 8860407"/>
                <a:gd name="f110" fmla="val 5222389"/>
                <a:gd name="f111" fmla="val 8883571"/>
                <a:gd name="f112" fmla="val 5202577"/>
                <a:gd name="f113" fmla="val 8929900"/>
                <a:gd name="f114" fmla="val 5162954"/>
                <a:gd name="f115" fmla="val 8971258"/>
                <a:gd name="f116" fmla="val 5120413"/>
                <a:gd name="f117" fmla="val 9006651"/>
                <a:gd name="f118" fmla="val 5074625"/>
                <a:gd name="f119" fmla="val 9015351"/>
                <a:gd name="f120" fmla="val 5063426"/>
                <a:gd name="f121" fmla="val 9024398"/>
                <a:gd name="f122" fmla="val 5050955"/>
                <a:gd name="f123" fmla="val 9033494"/>
                <a:gd name="f124" fmla="val 5038203"/>
                <a:gd name="f125" fmla="val 9040305"/>
                <a:gd name="f126" fmla="val 5028649"/>
                <a:gd name="f127" fmla="val 9046568"/>
                <a:gd name="f128" fmla="val 5019379"/>
                <a:gd name="f129" fmla="val 9050743"/>
                <a:gd name="f130" fmla="val 5013261"/>
                <a:gd name="f131" fmla="val 9054819"/>
                <a:gd name="f132" fmla="val 5007050"/>
                <a:gd name="f133" fmla="val 9058846"/>
                <a:gd name="f134" fmla="val 5000743"/>
                <a:gd name="f135" fmla="val 9075002"/>
                <a:gd name="f136" fmla="val 4975615"/>
                <a:gd name="f137" fmla="val 9090212"/>
                <a:gd name="f138" fmla="val 4949403"/>
                <a:gd name="f139" fmla="val 9104529"/>
                <a:gd name="f140" fmla="val 4922203"/>
                <a:gd name="f141" fmla="val 9133211"/>
                <a:gd name="f142" fmla="val 4867850"/>
                <a:gd name="f143" fmla="val 9158313"/>
                <a:gd name="f144" fmla="val 4809545"/>
                <a:gd name="f145" fmla="val 9181081"/>
                <a:gd name="f146" fmla="val 4748792"/>
                <a:gd name="f147" fmla="val 9203748"/>
                <a:gd name="f148" fmla="val 4688276"/>
                <a:gd name="f149" fmla="val 9223383"/>
                <a:gd name="f150" fmla="val 4625876"/>
                <a:gd name="f151" fmla="val 9240731"/>
                <a:gd name="f152" fmla="val 4561970"/>
                <a:gd name="f153" fmla="val 9249481"/>
                <a:gd name="f154" fmla="val 4530064"/>
                <a:gd name="f155" fmla="val 9257682"/>
                <a:gd name="f156" fmla="val 4497782"/>
                <a:gd name="f157" fmla="val 9265388"/>
                <a:gd name="f158" fmla="val 4465171"/>
                <a:gd name="f159" fmla="val 9269215"/>
                <a:gd name="f160" fmla="val 4448842"/>
                <a:gd name="f161" fmla="val 9272943"/>
                <a:gd name="f162" fmla="val 4432465"/>
                <a:gd name="f163" fmla="val 9276571"/>
                <a:gd name="f164" fmla="val 4416041"/>
                <a:gd name="f165" fmla="val 9281841"/>
                <a:gd name="f166" fmla="val 4391477"/>
                <a:gd name="f167" fmla="val 9286513"/>
                <a:gd name="f168" fmla="val 4368936"/>
                <a:gd name="f169" fmla="val 9296754"/>
                <a:gd name="f170" fmla="val 4316136"/>
                <a:gd name="f171" fmla="val 9301029"/>
                <a:gd name="f172" fmla="val 4293172"/>
                <a:gd name="f173" fmla="val 9302818"/>
                <a:gd name="f174" fmla="val 4282679"/>
                <a:gd name="f175" fmla="val 9304658"/>
                <a:gd name="f176" fmla="val 4270914"/>
                <a:gd name="f177" fmla="val 9312810"/>
                <a:gd name="f178" fmla="val 4220043"/>
                <a:gd name="f179" fmla="val 9316887"/>
                <a:gd name="f180" fmla="val 4194584"/>
                <a:gd name="f181" fmla="val 9318923"/>
                <a:gd name="f182" fmla="val 4181878"/>
                <a:gd name="f183" fmla="val 9319570"/>
                <a:gd name="f184" fmla="val 4177644"/>
                <a:gd name="f185" fmla="val 9319969"/>
                <a:gd name="f186" fmla="val 4173267"/>
                <a:gd name="f187" fmla="val 9320515"/>
                <a:gd name="f188" fmla="val 4168984"/>
                <a:gd name="f189" fmla="val 9332445"/>
                <a:gd name="f190" fmla="val 4069079"/>
                <a:gd name="f191" fmla="val 9333836"/>
                <a:gd name="f192" fmla="val 4056468"/>
                <a:gd name="f193" fmla="val 9334880"/>
                <a:gd name="f194" fmla="val 4040986"/>
                <a:gd name="f195" fmla="val 9336173"/>
                <a:gd name="f196" fmla="val 4022774"/>
                <a:gd name="f197" fmla="val 9340199"/>
                <a:gd name="f198" fmla="val 3969269"/>
                <a:gd name="f199" fmla="val 9345071"/>
                <a:gd name="f200" fmla="val 3903904"/>
                <a:gd name="f201" fmla="val 9347358"/>
                <a:gd name="f202" fmla="val 3837081"/>
                <a:gd name="f203" fmla="val 9347557"/>
                <a:gd name="f204" fmla="val 3770070"/>
                <a:gd name="f205" fmla="val 9347656"/>
                <a:gd name="f206" fmla="val 3736518"/>
                <a:gd name="f207" fmla="val 9347209"/>
                <a:gd name="f208" fmla="val 3702871"/>
                <a:gd name="f209" fmla="val 9346364"/>
                <a:gd name="f210" fmla="val 3669036"/>
                <a:gd name="f211" fmla="val 9344921"/>
                <a:gd name="f212" fmla="val 3619341"/>
                <a:gd name="f213" fmla="val 9344524"/>
                <a:gd name="f214" fmla="val 3607624"/>
                <a:gd name="f215" fmla="val 9343728"/>
                <a:gd name="f216" fmla="val 3594872"/>
                <a:gd name="f217" fmla="val 9342188"/>
                <a:gd name="f218" fmla="val 3569366"/>
                <a:gd name="f219" fmla="val 9339056"/>
                <a:gd name="f220" fmla="val 3518354"/>
                <a:gd name="f221" fmla="val 9337914"/>
                <a:gd name="f222" fmla="val 3501319"/>
                <a:gd name="f223" fmla="val 9335874"/>
                <a:gd name="f224" fmla="val 3484236"/>
                <a:gd name="f225" fmla="val 9334334"/>
                <a:gd name="f226" fmla="val 3467155"/>
                <a:gd name="f227" fmla="val 9329363"/>
                <a:gd name="f228" fmla="val 3415908"/>
                <a:gd name="f229" fmla="val 9328319"/>
                <a:gd name="f230" fmla="val 3404755"/>
                <a:gd name="f231" fmla="val 9327177"/>
                <a:gd name="f232" fmla="val 3394214"/>
                <a:gd name="f233" fmla="val 9324293"/>
                <a:gd name="f234" fmla="val 3370872"/>
                <a:gd name="f235" fmla="val 9320763"/>
                <a:gd name="f236" fmla="val 3344427"/>
                <a:gd name="f237" fmla="val 9317184"/>
                <a:gd name="f238" fmla="val 3315343"/>
                <a:gd name="f239" fmla="val 9315594"/>
                <a:gd name="f240" fmla="val 3300991"/>
                <a:gd name="f241" fmla="val 9313506"/>
                <a:gd name="f242" fmla="val 3286404"/>
                <a:gd name="f243" fmla="val 9311021"/>
                <a:gd name="f244" fmla="val 3270309"/>
                <a:gd name="f245" fmla="val 9302719"/>
                <a:gd name="f246" fmla="val 3219815"/>
                <a:gd name="f247" fmla="val 9299936"/>
                <a:gd name="f248" fmla="val 3203157"/>
                <a:gd name="f249" fmla="val 9297003"/>
                <a:gd name="f250" fmla="val 3186498"/>
                <a:gd name="f251" fmla="val 9293970"/>
                <a:gd name="f252" fmla="val 3169887"/>
                <a:gd name="f253" fmla="val 9281891"/>
                <a:gd name="f254" fmla="val 3103393"/>
                <a:gd name="f255" fmla="val 9267674"/>
                <a:gd name="f256" fmla="val 3037182"/>
                <a:gd name="f257" fmla="val 9252065"/>
                <a:gd name="f258" fmla="val 2971205"/>
                <a:gd name="f259" fmla="val 9244261"/>
                <a:gd name="f260" fmla="val 2938265"/>
                <a:gd name="f261" fmla="val 9235959"/>
                <a:gd name="f262" fmla="val 2905371"/>
                <a:gd name="f263" fmla="val 9227211"/>
                <a:gd name="f264" fmla="val 2872571"/>
                <a:gd name="f265" fmla="val 9220699"/>
                <a:gd name="f266" fmla="val 2848524"/>
                <a:gd name="f267" fmla="val 9213740"/>
                <a:gd name="f268" fmla="val 2824289"/>
                <a:gd name="f269" fmla="val 9209216"/>
                <a:gd name="f270" fmla="val 2808147"/>
                <a:gd name="f271" fmla="val 9204345"/>
                <a:gd name="f272" fmla="val 2791866"/>
                <a:gd name="f273" fmla="val 9199374"/>
                <a:gd name="f274" fmla="val 2775536"/>
                <a:gd name="f275" fmla="val 9159855"/>
                <a:gd name="f276" fmla="val 2645184"/>
                <a:gd name="f277" fmla="val 9114272"/>
                <a:gd name="f278" fmla="val 2516197"/>
                <a:gd name="f279" fmla="val 9061829"/>
                <a:gd name="f280" fmla="val 2389515"/>
                <a:gd name="f281" fmla="val 9035582"/>
                <a:gd name="f282" fmla="val 2326175"/>
                <a:gd name="f283" fmla="val 9008043"/>
                <a:gd name="f284" fmla="val 2263258"/>
                <a:gd name="f285" fmla="val 8978865"/>
                <a:gd name="f286" fmla="val 2200953"/>
                <a:gd name="f287" fmla="val 8956694"/>
                <a:gd name="f288" fmla="val 2154317"/>
                <a:gd name="f289" fmla="val 8934176"/>
                <a:gd name="f290" fmla="val 2108012"/>
                <a:gd name="f291" fmla="val 8918915"/>
                <a:gd name="f292" fmla="val 2077189"/>
                <a:gd name="f293" fmla="val 8903157"/>
                <a:gd name="f294" fmla="val 2046130"/>
                <a:gd name="f295" fmla="val 8887151"/>
                <a:gd name="f296" fmla="val 2015448"/>
                <a:gd name="f297" fmla="val 8854988"/>
                <a:gd name="f298" fmla="val 1953989"/>
                <a:gd name="f299" fmla="val 8822082"/>
                <a:gd name="f300" fmla="val 1892908"/>
                <a:gd name="f301" fmla="val 8787533"/>
                <a:gd name="f302" fmla="val 1832625"/>
                <a:gd name="f303" fmla="val 8761485"/>
                <a:gd name="f304" fmla="val 1787496"/>
                <a:gd name="f305" fmla="val 8734791"/>
                <a:gd name="f306" fmla="val 1741991"/>
                <a:gd name="f307" fmla="val 8717047"/>
                <a:gd name="f308" fmla="val 1711921"/>
                <a:gd name="f309" fmla="val 8699200"/>
                <a:gd name="f310" fmla="val 1682461"/>
                <a:gd name="f311" fmla="val 8680808"/>
                <a:gd name="f312" fmla="val 1652910"/>
                <a:gd name="f313" fmla="val 8644322"/>
                <a:gd name="f314" fmla="val 1593756"/>
                <a:gd name="f315" fmla="val 8606194"/>
                <a:gd name="f316" fmla="val 1535216"/>
                <a:gd name="f317" fmla="val 8567024"/>
                <a:gd name="f318" fmla="val 1477004"/>
                <a:gd name="f319" fmla="val 8537446"/>
                <a:gd name="f320" fmla="val 1433428"/>
                <a:gd name="f321" fmla="val 8507423"/>
                <a:gd name="f322" fmla="val 1389994"/>
                <a:gd name="f323" fmla="val 8487390"/>
                <a:gd name="f324" fmla="val 1361382"/>
                <a:gd name="f325" fmla="val 8467158"/>
                <a:gd name="f326" fmla="val 1332817"/>
                <a:gd name="f327" fmla="val 8446529"/>
                <a:gd name="f328" fmla="val 1304393"/>
                <a:gd name="f329" fmla="val 8405271"/>
                <a:gd name="f330" fmla="val 1247595"/>
                <a:gd name="f331" fmla="val 8362718"/>
                <a:gd name="f332" fmla="val 1191218"/>
                <a:gd name="f333" fmla="val 8319224"/>
                <a:gd name="f334" fmla="val 1135124"/>
                <a:gd name="f335" fmla="val 8286366"/>
                <a:gd name="f336" fmla="val 1093148"/>
                <a:gd name="f337" fmla="val 8270161"/>
                <a:gd name="f338" fmla="val 1072538"/>
                <a:gd name="f339" fmla="val 8253856"/>
                <a:gd name="f340" fmla="val 1052254"/>
                <a:gd name="f341" fmla="val 8231636"/>
                <a:gd name="f342" fmla="val 1024773"/>
                <a:gd name="f343" fmla="val 8209117"/>
                <a:gd name="f344" fmla="val 997479"/>
                <a:gd name="f345" fmla="val 8186352"/>
                <a:gd name="f346" fmla="val 970373"/>
                <a:gd name="f347" fmla="val 8140917"/>
                <a:gd name="f348" fmla="val 916020"/>
                <a:gd name="f349" fmla="val 8094240"/>
                <a:gd name="f350" fmla="val 862515"/>
                <a:gd name="f351" fmla="val 8046768"/>
                <a:gd name="f352" fmla="val 809527"/>
                <a:gd name="f353" fmla="val 8010927"/>
                <a:gd name="f354" fmla="val 769951"/>
                <a:gd name="f355" fmla="val 7974788"/>
                <a:gd name="f356" fmla="val 730751"/>
                <a:gd name="f357" fmla="val 7950382"/>
                <a:gd name="f358" fmla="val 704587"/>
                <a:gd name="f359" fmla="val 7925824"/>
                <a:gd name="f360" fmla="val 678563"/>
                <a:gd name="f361" fmla="val 7901070"/>
                <a:gd name="f362" fmla="val 652823"/>
                <a:gd name="f363" fmla="val 7851510"/>
                <a:gd name="f364" fmla="val 601387"/>
                <a:gd name="f365" fmla="val 7801404"/>
                <a:gd name="f366" fmla="val 550612"/>
                <a:gd name="f367" fmla="val 7750054"/>
                <a:gd name="f368" fmla="val 501106"/>
                <a:gd name="f369" fmla="val 7698902"/>
                <a:gd name="f370" fmla="val 451742"/>
                <a:gd name="f371" fmla="val 7645913"/>
                <a:gd name="f372" fmla="val 403036"/>
                <a:gd name="f373" fmla="val 7592277"/>
                <a:gd name="f374" fmla="val 355319"/>
                <a:gd name="f375" fmla="val 7484856"/>
                <a:gd name="f376" fmla="val 259884"/>
                <a:gd name="f377" fmla="val 7373308"/>
                <a:gd name="f378" fmla="val 168402"/>
                <a:gd name="f379" fmla="val 7257734"/>
                <a:gd name="f380" fmla="val 81062"/>
                <a:gd name="f381" fmla="val 1892109"/>
                <a:gd name="f382" fmla="val 2298402"/>
                <a:gd name="f383" fmla="val 2135542"/>
                <a:gd name="f384" fmla="val 121879"/>
                <a:gd name="f385" fmla="val 2078998"/>
                <a:gd name="f386" fmla="val 166378"/>
                <a:gd name="f387" fmla="val 2023659"/>
                <a:gd name="f388" fmla="val 212143"/>
                <a:gd name="f389" fmla="val 1969576"/>
                <a:gd name="f390" fmla="val 259084"/>
                <a:gd name="f391" fmla="val 1861309"/>
                <a:gd name="f392" fmla="val 352918"/>
                <a:gd name="f393" fmla="val 1758064"/>
                <a:gd name="f394" fmla="val 451412"/>
                <a:gd name="f395" fmla="val 1659938"/>
                <a:gd name="f396" fmla="val 553953"/>
                <a:gd name="f397" fmla="val 1266987"/>
                <a:gd name="f398" fmla="val 964444"/>
                <a:gd name="f399" fmla="val 953820"/>
                <a:gd name="f400" fmla="val 1435593"/>
                <a:gd name="f401" fmla="val 729383"/>
                <a:gd name="f402" fmla="val 1940578"/>
                <a:gd name="f403" fmla="val 673260"/>
                <a:gd name="f404" fmla="val 2066459"/>
                <a:gd name="f405" fmla="val 622855"/>
                <a:gd name="f406" fmla="val 2195070"/>
                <a:gd name="f407" fmla="val 578465"/>
                <a:gd name="f408" fmla="val 2324905"/>
                <a:gd name="f409" fmla="val 534125"/>
                <a:gd name="f410" fmla="val 2454785"/>
                <a:gd name="f411" fmla="val 496147"/>
                <a:gd name="f412" fmla="val 2586314"/>
                <a:gd name="f413" fmla="val 465080"/>
                <a:gd name="f414" fmla="val 2718973"/>
                <a:gd name="f415" fmla="val 449769"/>
                <a:gd name="f416" fmla="val 2785089"/>
                <a:gd name="f417" fmla="val 435850"/>
                <a:gd name="f418" fmla="val 2852289"/>
                <a:gd name="f419" fmla="val 423820"/>
                <a:gd name="f420" fmla="val 2919535"/>
                <a:gd name="f421" fmla="val 411840"/>
                <a:gd name="f422" fmla="val 2986829"/>
                <a:gd name="f423" fmla="val 401054"/>
                <a:gd name="f424" fmla="val 3054358"/>
                <a:gd name="f425" fmla="val 392355"/>
                <a:gd name="f426" fmla="val 3122169"/>
                <a:gd name="f427" fmla="val 374509"/>
                <a:gd name="f428" fmla="val 3257744"/>
                <a:gd name="f429" fmla="val 363424"/>
                <a:gd name="f430" fmla="val 3393978"/>
                <a:gd name="f431" fmla="val 358801"/>
                <a:gd name="f432" fmla="val 3531013"/>
                <a:gd name="f433" fmla="val 349009"/>
                <a:gd name="f434" fmla="val 3804941"/>
                <a:gd name="f435" fmla="val 366357"/>
                <a:gd name="f436" fmla="val 4079668"/>
                <a:gd name="f437" fmla="val 410350"/>
                <a:gd name="f438" fmla="val 4352324"/>
                <a:gd name="f439" fmla="val 421286"/>
                <a:gd name="f440" fmla="val 4420230"/>
                <a:gd name="f441" fmla="val 434209"/>
                <a:gd name="f442" fmla="val 4487758"/>
                <a:gd name="f443" fmla="val 449022"/>
                <a:gd name="f444" fmla="val 4555147"/>
                <a:gd name="f445" fmla="val 463737"/>
                <a:gd name="f446" fmla="val 4622534"/>
                <a:gd name="f447" fmla="val 480389"/>
                <a:gd name="f448" fmla="val 4689686"/>
                <a:gd name="f449" fmla="val 498882"/>
                <a:gd name="f450" fmla="val 4756463"/>
                <a:gd name="f451" fmla="val 517373"/>
                <a:gd name="f452" fmla="val 4823239"/>
                <a:gd name="f453" fmla="val 537704"/>
                <a:gd name="f454" fmla="val 4889733"/>
                <a:gd name="f455" fmla="val 559775"/>
                <a:gd name="f456" fmla="val 4955755"/>
                <a:gd name="f457" fmla="val 581946"/>
                <a:gd name="f458" fmla="val 5021873"/>
                <a:gd name="f459" fmla="val 605358"/>
                <a:gd name="f460" fmla="val 5087473"/>
                <a:gd name="f461" fmla="val 631406"/>
                <a:gd name="f462" fmla="val 5152084"/>
                <a:gd name="f463" fmla="val 734055"/>
                <a:gd name="f464" fmla="val 5411706"/>
                <a:gd name="f465" fmla="val 865188"/>
                <a:gd name="f466" fmla="val 5662668"/>
                <a:gd name="f467" fmla="val 1023461"/>
                <a:gd name="f468" fmla="val 5898055"/>
                <a:gd name="f469" fmla="val 1181487"/>
                <a:gd name="f470" fmla="val 6133676"/>
                <a:gd name="f471" fmla="val 1367051"/>
                <a:gd name="f472" fmla="val 6353345"/>
                <a:gd name="f473" fmla="val 1575880"/>
                <a:gd name="f474" fmla="val 6551744"/>
                <a:gd name="f475" fmla="val 1680269"/>
                <a:gd name="f476" fmla="val 6651014"/>
                <a:gd name="f477" fmla="val 1790338"/>
                <a:gd name="f478" fmla="val 6745037"/>
                <a:gd name="f479" fmla="val 1905228"/>
                <a:gd name="f480" fmla="val 6833566"/>
                <a:gd name="f481" fmla="val 1938629"/>
                <a:gd name="f482" fmla="val 1368607"/>
                <a:gd name="f483" fmla="val 1115251"/>
                <a:gd name="f484" fmla="val 418530"/>
                <a:gd name="f485" fmla="val 691856"/>
                <a:gd name="f486" fmla="val 1777294"/>
                <a:gd name="f487" fmla="+- 0 0 -90"/>
                <a:gd name="f488" fmla="*/ f3 1 9767847"/>
                <a:gd name="f489" fmla="*/ f4 1 6858000"/>
                <a:gd name="f490" fmla="+- f7 0 f5"/>
                <a:gd name="f491" fmla="+- f6 0 f5"/>
                <a:gd name="f492" fmla="*/ f487 f0 1"/>
                <a:gd name="f493" fmla="*/ f491 1 9767847"/>
                <a:gd name="f494" fmla="*/ f490 1 6858000"/>
                <a:gd name="f495" fmla="*/ 7145704 f491 1"/>
                <a:gd name="f496" fmla="*/ 0 f490 1"/>
                <a:gd name="f497" fmla="*/ 7875738 f491 1"/>
                <a:gd name="f498" fmla="*/ 7990553 f491 1"/>
                <a:gd name="f499" fmla="*/ 85415 f490 1"/>
                <a:gd name="f500" fmla="*/ 9767847 f491 1"/>
                <a:gd name="f501" fmla="*/ 3653129 f490 1"/>
                <a:gd name="f502" fmla="*/ 8652597 f491 1"/>
                <a:gd name="f503" fmla="*/ 6594103 f490 1"/>
                <a:gd name="f504" fmla="*/ 8399240 f491 1"/>
                <a:gd name="f505" fmla="*/ 6858000 f490 1"/>
                <a:gd name="f506" fmla="*/ 6766926 f491 1"/>
                <a:gd name="f507" fmla="*/ 6804586 f491 1"/>
                <a:gd name="f508" fmla="*/ 6821201 f490 1"/>
                <a:gd name="f509" fmla="*/ 6881735 f491 1"/>
                <a:gd name="f510" fmla="*/ 6745295 f490 1"/>
                <a:gd name="f511" fmla="*/ 6958883 f491 1"/>
                <a:gd name="f512" fmla="*/ 6668920 f490 1"/>
                <a:gd name="f513" fmla="*/ 7267925 f491 1"/>
                <a:gd name="f514" fmla="*/ 6359792 f490 1"/>
                <a:gd name="f515" fmla="*/ 7424360 f491 1"/>
                <a:gd name="f516" fmla="*/ 6204783 f490 1"/>
                <a:gd name="f517" fmla="*/ 7504938 f491 1"/>
                <a:gd name="f518" fmla="*/ 6126806 f490 1"/>
                <a:gd name="f519" fmla="*/ 7546396 f491 1"/>
                <a:gd name="f520" fmla="*/ 6087795 f490 1"/>
                <a:gd name="f521" fmla="*/ 7588002 f491 1"/>
                <a:gd name="f522" fmla="*/ 6049630 f490 1"/>
                <a:gd name="f523" fmla="*/ 7631000 f491 1"/>
                <a:gd name="f524" fmla="*/ 6010807 f490 1"/>
                <a:gd name="f525" fmla="*/ 7675440 f491 1"/>
                <a:gd name="f526" fmla="*/ 5972407 f490 1"/>
                <a:gd name="f527" fmla="*/ 7720626 f491 1"/>
                <a:gd name="f528" fmla="*/ 5934949 f490 1"/>
                <a:gd name="f529" fmla="*/ 7766458 f491 1"/>
                <a:gd name="f530" fmla="*/ 5898432 f490 1"/>
                <a:gd name="f531" fmla="*/ 7955254 f491 1"/>
                <a:gd name="f532" fmla="*/ 5760926 f490 1"/>
                <a:gd name="f533" fmla="*/ 8352678 f491 1"/>
                <a:gd name="f534" fmla="*/ 5521728 f490 1"/>
                <a:gd name="f535" fmla="*/ 8451350 f491 1"/>
                <a:gd name="f536" fmla="*/ 5469352 f490 1"/>
                <a:gd name="f537" fmla="*/ 8548532 f491 1"/>
                <a:gd name="f538" fmla="*/ 5417493 f490 1"/>
                <a:gd name="f539" fmla="*/ 8729473 f491 1"/>
                <a:gd name="f540" fmla="*/ 5314059 f490 1"/>
                <a:gd name="f541" fmla="*/ 8770781 f491 1"/>
                <a:gd name="f542" fmla="*/ 5287330 f490 1"/>
                <a:gd name="f543" fmla="*/ 8790964 f491 1"/>
                <a:gd name="f544" fmla="*/ 5273590 f490 1"/>
                <a:gd name="f545" fmla="*/ 8810499 f491 1"/>
                <a:gd name="f546" fmla="*/ 5259801 f490 1"/>
                <a:gd name="f547" fmla="*/ 8883571 f491 1"/>
                <a:gd name="f548" fmla="*/ 5202577 f490 1"/>
                <a:gd name="f549" fmla="*/ 9006651 f491 1"/>
                <a:gd name="f550" fmla="*/ 5074625 f490 1"/>
                <a:gd name="f551" fmla="*/ 9033494 f491 1"/>
                <a:gd name="f552" fmla="*/ 5038203 f490 1"/>
                <a:gd name="f553" fmla="*/ 9040305 f491 1"/>
                <a:gd name="f554" fmla="*/ 5028649 f490 1"/>
                <a:gd name="f555" fmla="*/ 9046568 f491 1"/>
                <a:gd name="f556" fmla="*/ 5019379 f490 1"/>
                <a:gd name="f557" fmla="*/ 9058846 f491 1"/>
                <a:gd name="f558" fmla="*/ 5000743 f490 1"/>
                <a:gd name="f559" fmla="*/ 9104529 f491 1"/>
                <a:gd name="f560" fmla="*/ 4922203 f490 1"/>
                <a:gd name="f561" fmla="*/ 9181081 f491 1"/>
                <a:gd name="f562" fmla="*/ 4748792 f490 1"/>
                <a:gd name="f563" fmla="*/ 9240731 f491 1"/>
                <a:gd name="f564" fmla="*/ 4561970 f490 1"/>
                <a:gd name="f565" fmla="*/ 9265388 f491 1"/>
                <a:gd name="f566" fmla="*/ 4465171 f490 1"/>
                <a:gd name="f567" fmla="*/ 9276571 f491 1"/>
                <a:gd name="f568" fmla="*/ 4416041 f490 1"/>
                <a:gd name="f569" fmla="*/ 9281841 f491 1"/>
                <a:gd name="f570" fmla="*/ 4391477 f490 1"/>
                <a:gd name="f571" fmla="*/ 9286513 f491 1"/>
                <a:gd name="f572" fmla="*/ 4368936 f490 1"/>
                <a:gd name="f573" fmla="*/ 9296754 f491 1"/>
                <a:gd name="f574" fmla="*/ 4316136 f490 1"/>
                <a:gd name="f575" fmla="*/ 9301029 f491 1"/>
                <a:gd name="f576" fmla="*/ 4293172 f490 1"/>
                <a:gd name="f577" fmla="*/ 9302818 f491 1"/>
                <a:gd name="f578" fmla="*/ 4282679 f490 1"/>
                <a:gd name="f579" fmla="*/ 9304658 f491 1"/>
                <a:gd name="f580" fmla="*/ 4270914 f490 1"/>
                <a:gd name="f581" fmla="*/ 9312810 f491 1"/>
                <a:gd name="f582" fmla="*/ 4220043 f490 1"/>
                <a:gd name="f583" fmla="*/ 9316887 f491 1"/>
                <a:gd name="f584" fmla="*/ 4194584 f490 1"/>
                <a:gd name="f585" fmla="*/ 9318923 f491 1"/>
                <a:gd name="f586" fmla="*/ 4181878 f490 1"/>
                <a:gd name="f587" fmla="*/ 9320515 f491 1"/>
                <a:gd name="f588" fmla="*/ 4168984 f490 1"/>
                <a:gd name="f589" fmla="*/ 9332445 f491 1"/>
                <a:gd name="f590" fmla="*/ 4069079 f490 1"/>
                <a:gd name="f591" fmla="*/ 9336173 f491 1"/>
                <a:gd name="f592" fmla="*/ 4022774 f490 1"/>
                <a:gd name="f593" fmla="*/ 9340199 f491 1"/>
                <a:gd name="f594" fmla="*/ 3969269 f490 1"/>
                <a:gd name="f595" fmla="*/ 9347557 f491 1"/>
                <a:gd name="f596" fmla="*/ 3770070 f490 1"/>
                <a:gd name="f597" fmla="*/ 9346364 f491 1"/>
                <a:gd name="f598" fmla="*/ 3669036 f490 1"/>
                <a:gd name="f599" fmla="*/ 9344921 f491 1"/>
                <a:gd name="f600" fmla="*/ 3619341 f490 1"/>
                <a:gd name="f601" fmla="*/ 9344524 f491 1"/>
                <a:gd name="f602" fmla="*/ 3607624 f490 1"/>
                <a:gd name="f603" fmla="*/ 9343728 f491 1"/>
                <a:gd name="f604" fmla="*/ 3594872 f490 1"/>
                <a:gd name="f605" fmla="*/ 9342188 f491 1"/>
                <a:gd name="f606" fmla="*/ 3569366 f490 1"/>
                <a:gd name="f607" fmla="*/ 9339056 f491 1"/>
                <a:gd name="f608" fmla="*/ 3518354 f490 1"/>
                <a:gd name="f609" fmla="*/ 9334334 f491 1"/>
                <a:gd name="f610" fmla="*/ 3467155 f490 1"/>
                <a:gd name="f611" fmla="*/ 9329363 f491 1"/>
                <a:gd name="f612" fmla="*/ 3415908 f490 1"/>
                <a:gd name="f613" fmla="*/ 9328319 f491 1"/>
                <a:gd name="f614" fmla="*/ 3404755 f490 1"/>
                <a:gd name="f615" fmla="*/ 9327177 f491 1"/>
                <a:gd name="f616" fmla="*/ 3394214 f490 1"/>
                <a:gd name="f617" fmla="*/ 9324293 f491 1"/>
                <a:gd name="f618" fmla="*/ 3370872 f490 1"/>
                <a:gd name="f619" fmla="*/ 9320763 f491 1"/>
                <a:gd name="f620" fmla="*/ 3344427 f490 1"/>
                <a:gd name="f621" fmla="*/ 9317184 f491 1"/>
                <a:gd name="f622" fmla="*/ 3315343 f490 1"/>
                <a:gd name="f623" fmla="*/ 9311021 f491 1"/>
                <a:gd name="f624" fmla="*/ 3270309 f490 1"/>
                <a:gd name="f625" fmla="*/ 9302719 f491 1"/>
                <a:gd name="f626" fmla="*/ 3219815 f490 1"/>
                <a:gd name="f627" fmla="*/ 9293970 f491 1"/>
                <a:gd name="f628" fmla="*/ 3169887 f490 1"/>
                <a:gd name="f629" fmla="*/ 9252065 f491 1"/>
                <a:gd name="f630" fmla="*/ 2971205 f490 1"/>
                <a:gd name="f631" fmla="*/ 9227211 f491 1"/>
                <a:gd name="f632" fmla="*/ 2872571 f490 1"/>
                <a:gd name="f633" fmla="*/ 9220699 f491 1"/>
                <a:gd name="f634" fmla="*/ 2848524 f490 1"/>
                <a:gd name="f635" fmla="*/ 9213740 f491 1"/>
                <a:gd name="f636" fmla="*/ 2824289 f490 1"/>
                <a:gd name="f637" fmla="*/ 9199374 f491 1"/>
                <a:gd name="f638" fmla="*/ 2775536 f490 1"/>
                <a:gd name="f639" fmla="*/ 9061829 f491 1"/>
                <a:gd name="f640" fmla="*/ 2389515 f490 1"/>
                <a:gd name="f641" fmla="*/ 8978865 f491 1"/>
                <a:gd name="f642" fmla="*/ 2200953 f490 1"/>
                <a:gd name="f643" fmla="*/ 8956694 f491 1"/>
                <a:gd name="f644" fmla="*/ 2154317 f490 1"/>
                <a:gd name="f645" fmla="*/ 8934176 f491 1"/>
                <a:gd name="f646" fmla="*/ 2108012 f490 1"/>
                <a:gd name="f647" fmla="*/ 8887151 f491 1"/>
                <a:gd name="f648" fmla="*/ 2015448 f490 1"/>
                <a:gd name="f649" fmla="*/ 8787533 f491 1"/>
                <a:gd name="f650" fmla="*/ 1832625 f490 1"/>
                <a:gd name="f651" fmla="*/ 8761485 f491 1"/>
                <a:gd name="f652" fmla="*/ 1787496 f490 1"/>
                <a:gd name="f653" fmla="*/ 8734791 f491 1"/>
                <a:gd name="f654" fmla="*/ 1741991 f490 1"/>
                <a:gd name="f655" fmla="*/ 8680808 f491 1"/>
                <a:gd name="f656" fmla="*/ 1652910 f490 1"/>
                <a:gd name="f657" fmla="*/ 8567024 f491 1"/>
                <a:gd name="f658" fmla="*/ 1477004 f490 1"/>
                <a:gd name="f659" fmla="*/ 8537446 f491 1"/>
                <a:gd name="f660" fmla="*/ 1433428 f490 1"/>
                <a:gd name="f661" fmla="*/ 8507423 f491 1"/>
                <a:gd name="f662" fmla="*/ 1389994 f490 1"/>
                <a:gd name="f663" fmla="*/ 8446529 f491 1"/>
                <a:gd name="f664" fmla="*/ 1304393 f490 1"/>
                <a:gd name="f665" fmla="*/ 8319224 f491 1"/>
                <a:gd name="f666" fmla="*/ 1135124 f490 1"/>
                <a:gd name="f667" fmla="*/ 8286366 f491 1"/>
                <a:gd name="f668" fmla="*/ 1093148 f490 1"/>
                <a:gd name="f669" fmla="*/ 8270161 f491 1"/>
                <a:gd name="f670" fmla="*/ 1072538 f490 1"/>
                <a:gd name="f671" fmla="*/ 8253856 f491 1"/>
                <a:gd name="f672" fmla="*/ 1052254 f490 1"/>
                <a:gd name="f673" fmla="*/ 8186352 f491 1"/>
                <a:gd name="f674" fmla="*/ 970373 f490 1"/>
                <a:gd name="f675" fmla="*/ 8046768 f491 1"/>
                <a:gd name="f676" fmla="*/ 809527 f490 1"/>
                <a:gd name="f677" fmla="*/ 8010927 f491 1"/>
                <a:gd name="f678" fmla="*/ 769951 f490 1"/>
                <a:gd name="f679" fmla="*/ 7974788 f491 1"/>
                <a:gd name="f680" fmla="*/ 730751 f490 1"/>
                <a:gd name="f681" fmla="*/ 7901070 f491 1"/>
                <a:gd name="f682" fmla="*/ 652823 f490 1"/>
                <a:gd name="f683" fmla="*/ 7750054 f491 1"/>
                <a:gd name="f684" fmla="*/ 501106 f490 1"/>
                <a:gd name="f685" fmla="*/ 7592277 f491 1"/>
                <a:gd name="f686" fmla="*/ 355319 f490 1"/>
                <a:gd name="f687" fmla="*/ 7257734 f491 1"/>
                <a:gd name="f688" fmla="*/ 81062 f490 1"/>
                <a:gd name="f689" fmla="*/ 1892109 f491 1"/>
                <a:gd name="f690" fmla="*/ 2298402 f491 1"/>
                <a:gd name="f691" fmla="*/ 2135542 f491 1"/>
                <a:gd name="f692" fmla="*/ 121879 f490 1"/>
                <a:gd name="f693" fmla="*/ 1969576 f491 1"/>
                <a:gd name="f694" fmla="*/ 259084 f490 1"/>
                <a:gd name="f695" fmla="*/ 1659938 f491 1"/>
                <a:gd name="f696" fmla="*/ 553953 f490 1"/>
                <a:gd name="f697" fmla="*/ 729383 f491 1"/>
                <a:gd name="f698" fmla="*/ 1940578 f490 1"/>
                <a:gd name="f699" fmla="*/ 578465 f491 1"/>
                <a:gd name="f700" fmla="*/ 2324905 f490 1"/>
                <a:gd name="f701" fmla="*/ 465080 f491 1"/>
                <a:gd name="f702" fmla="*/ 2718973 f490 1"/>
                <a:gd name="f703" fmla="*/ 423820 f491 1"/>
                <a:gd name="f704" fmla="*/ 2919535 f490 1"/>
                <a:gd name="f705" fmla="*/ 392355 f491 1"/>
                <a:gd name="f706" fmla="*/ 3122169 f490 1"/>
                <a:gd name="f707" fmla="*/ 358801 f491 1"/>
                <a:gd name="f708" fmla="*/ 3531013 f490 1"/>
                <a:gd name="f709" fmla="*/ 410350 f491 1"/>
                <a:gd name="f710" fmla="*/ 4352324 f490 1"/>
                <a:gd name="f711" fmla="*/ 449022 f491 1"/>
                <a:gd name="f712" fmla="*/ 4555147 f490 1"/>
                <a:gd name="f713" fmla="*/ 498882 f491 1"/>
                <a:gd name="f714" fmla="*/ 4756463 f490 1"/>
                <a:gd name="f715" fmla="*/ 559775 f491 1"/>
                <a:gd name="f716" fmla="*/ 4955755 f490 1"/>
                <a:gd name="f717" fmla="*/ 631406 f491 1"/>
                <a:gd name="f718" fmla="*/ 5152084 f490 1"/>
                <a:gd name="f719" fmla="*/ 1023461 f491 1"/>
                <a:gd name="f720" fmla="*/ 5898055 f490 1"/>
                <a:gd name="f721" fmla="*/ 1575880 f491 1"/>
                <a:gd name="f722" fmla="*/ 6551744 f490 1"/>
                <a:gd name="f723" fmla="*/ 1905228 f491 1"/>
                <a:gd name="f724" fmla="*/ 6833566 f490 1"/>
                <a:gd name="f725" fmla="*/ 1938629 f491 1"/>
                <a:gd name="f726" fmla="*/ 1368607 f491 1"/>
                <a:gd name="f727" fmla="*/ 1115251 f491 1"/>
                <a:gd name="f728" fmla="*/ 0 f491 1"/>
                <a:gd name="f729" fmla="*/ 1777294 f491 1"/>
                <a:gd name="f730" fmla="*/ f492 1 f2"/>
                <a:gd name="f731" fmla="*/ f495 1 9767847"/>
                <a:gd name="f732" fmla="*/ f496 1 6858000"/>
                <a:gd name="f733" fmla="*/ f497 1 9767847"/>
                <a:gd name="f734" fmla="*/ f498 1 9767847"/>
                <a:gd name="f735" fmla="*/ f499 1 6858000"/>
                <a:gd name="f736" fmla="*/ f500 1 9767847"/>
                <a:gd name="f737" fmla="*/ f501 1 6858000"/>
                <a:gd name="f738" fmla="*/ f502 1 9767847"/>
                <a:gd name="f739" fmla="*/ f503 1 6858000"/>
                <a:gd name="f740" fmla="*/ f504 1 9767847"/>
                <a:gd name="f741" fmla="*/ f505 1 6858000"/>
                <a:gd name="f742" fmla="*/ f506 1 9767847"/>
                <a:gd name="f743" fmla="*/ f507 1 9767847"/>
                <a:gd name="f744" fmla="*/ f508 1 6858000"/>
                <a:gd name="f745" fmla="*/ f509 1 9767847"/>
                <a:gd name="f746" fmla="*/ f510 1 6858000"/>
                <a:gd name="f747" fmla="*/ f511 1 9767847"/>
                <a:gd name="f748" fmla="*/ f512 1 6858000"/>
                <a:gd name="f749" fmla="*/ f513 1 9767847"/>
                <a:gd name="f750" fmla="*/ f514 1 6858000"/>
                <a:gd name="f751" fmla="*/ f515 1 9767847"/>
                <a:gd name="f752" fmla="*/ f516 1 6858000"/>
                <a:gd name="f753" fmla="*/ f517 1 9767847"/>
                <a:gd name="f754" fmla="*/ f518 1 6858000"/>
                <a:gd name="f755" fmla="*/ f519 1 9767847"/>
                <a:gd name="f756" fmla="*/ f520 1 6858000"/>
                <a:gd name="f757" fmla="*/ f521 1 9767847"/>
                <a:gd name="f758" fmla="*/ f522 1 6858000"/>
                <a:gd name="f759" fmla="*/ f523 1 9767847"/>
                <a:gd name="f760" fmla="*/ f524 1 6858000"/>
                <a:gd name="f761" fmla="*/ f525 1 9767847"/>
                <a:gd name="f762" fmla="*/ f526 1 6858000"/>
                <a:gd name="f763" fmla="*/ f527 1 9767847"/>
                <a:gd name="f764" fmla="*/ f528 1 6858000"/>
                <a:gd name="f765" fmla="*/ f529 1 9767847"/>
                <a:gd name="f766" fmla="*/ f530 1 6858000"/>
                <a:gd name="f767" fmla="*/ f531 1 9767847"/>
                <a:gd name="f768" fmla="*/ f532 1 6858000"/>
                <a:gd name="f769" fmla="*/ f533 1 9767847"/>
                <a:gd name="f770" fmla="*/ f534 1 6858000"/>
                <a:gd name="f771" fmla="*/ f535 1 9767847"/>
                <a:gd name="f772" fmla="*/ f536 1 6858000"/>
                <a:gd name="f773" fmla="*/ f537 1 9767847"/>
                <a:gd name="f774" fmla="*/ f538 1 6858000"/>
                <a:gd name="f775" fmla="*/ f539 1 9767847"/>
                <a:gd name="f776" fmla="*/ f540 1 6858000"/>
                <a:gd name="f777" fmla="*/ f541 1 9767847"/>
                <a:gd name="f778" fmla="*/ f542 1 6858000"/>
                <a:gd name="f779" fmla="*/ f543 1 9767847"/>
                <a:gd name="f780" fmla="*/ f544 1 6858000"/>
                <a:gd name="f781" fmla="*/ f545 1 9767847"/>
                <a:gd name="f782" fmla="*/ f546 1 6858000"/>
                <a:gd name="f783" fmla="*/ f547 1 9767847"/>
                <a:gd name="f784" fmla="*/ f548 1 6858000"/>
                <a:gd name="f785" fmla="*/ f549 1 9767847"/>
                <a:gd name="f786" fmla="*/ f550 1 6858000"/>
                <a:gd name="f787" fmla="*/ f551 1 9767847"/>
                <a:gd name="f788" fmla="*/ f552 1 6858000"/>
                <a:gd name="f789" fmla="*/ f553 1 9767847"/>
                <a:gd name="f790" fmla="*/ f554 1 6858000"/>
                <a:gd name="f791" fmla="*/ f555 1 9767847"/>
                <a:gd name="f792" fmla="*/ f556 1 6858000"/>
                <a:gd name="f793" fmla="*/ f557 1 9767847"/>
                <a:gd name="f794" fmla="*/ f558 1 6858000"/>
                <a:gd name="f795" fmla="*/ f559 1 9767847"/>
                <a:gd name="f796" fmla="*/ f560 1 6858000"/>
                <a:gd name="f797" fmla="*/ f561 1 9767847"/>
                <a:gd name="f798" fmla="*/ f562 1 6858000"/>
                <a:gd name="f799" fmla="*/ f563 1 9767847"/>
                <a:gd name="f800" fmla="*/ f564 1 6858000"/>
                <a:gd name="f801" fmla="*/ f565 1 9767847"/>
                <a:gd name="f802" fmla="*/ f566 1 6858000"/>
                <a:gd name="f803" fmla="*/ f567 1 9767847"/>
                <a:gd name="f804" fmla="*/ f568 1 6858000"/>
                <a:gd name="f805" fmla="*/ f569 1 9767847"/>
                <a:gd name="f806" fmla="*/ f570 1 6858000"/>
                <a:gd name="f807" fmla="*/ f571 1 9767847"/>
                <a:gd name="f808" fmla="*/ f572 1 6858000"/>
                <a:gd name="f809" fmla="*/ f573 1 9767847"/>
                <a:gd name="f810" fmla="*/ f574 1 6858000"/>
                <a:gd name="f811" fmla="*/ f575 1 9767847"/>
                <a:gd name="f812" fmla="*/ f576 1 6858000"/>
                <a:gd name="f813" fmla="*/ f577 1 9767847"/>
                <a:gd name="f814" fmla="*/ f578 1 6858000"/>
                <a:gd name="f815" fmla="*/ f579 1 9767847"/>
                <a:gd name="f816" fmla="*/ f580 1 6858000"/>
                <a:gd name="f817" fmla="*/ f581 1 9767847"/>
                <a:gd name="f818" fmla="*/ f582 1 6858000"/>
                <a:gd name="f819" fmla="*/ f583 1 9767847"/>
                <a:gd name="f820" fmla="*/ f584 1 6858000"/>
                <a:gd name="f821" fmla="*/ f585 1 9767847"/>
                <a:gd name="f822" fmla="*/ f586 1 6858000"/>
                <a:gd name="f823" fmla="*/ f587 1 9767847"/>
                <a:gd name="f824" fmla="*/ f588 1 6858000"/>
                <a:gd name="f825" fmla="*/ f589 1 9767847"/>
                <a:gd name="f826" fmla="*/ f590 1 6858000"/>
                <a:gd name="f827" fmla="*/ f591 1 9767847"/>
                <a:gd name="f828" fmla="*/ f592 1 6858000"/>
                <a:gd name="f829" fmla="*/ f593 1 9767847"/>
                <a:gd name="f830" fmla="*/ f594 1 6858000"/>
                <a:gd name="f831" fmla="*/ f595 1 9767847"/>
                <a:gd name="f832" fmla="*/ f596 1 6858000"/>
                <a:gd name="f833" fmla="*/ f597 1 9767847"/>
                <a:gd name="f834" fmla="*/ f598 1 6858000"/>
                <a:gd name="f835" fmla="*/ f599 1 9767847"/>
                <a:gd name="f836" fmla="*/ f600 1 6858000"/>
                <a:gd name="f837" fmla="*/ f601 1 9767847"/>
                <a:gd name="f838" fmla="*/ f602 1 6858000"/>
                <a:gd name="f839" fmla="*/ f603 1 9767847"/>
                <a:gd name="f840" fmla="*/ f604 1 6858000"/>
                <a:gd name="f841" fmla="*/ f605 1 9767847"/>
                <a:gd name="f842" fmla="*/ f606 1 6858000"/>
                <a:gd name="f843" fmla="*/ f607 1 9767847"/>
                <a:gd name="f844" fmla="*/ f608 1 6858000"/>
                <a:gd name="f845" fmla="*/ f609 1 9767847"/>
                <a:gd name="f846" fmla="*/ f610 1 6858000"/>
                <a:gd name="f847" fmla="*/ f611 1 9767847"/>
                <a:gd name="f848" fmla="*/ f612 1 6858000"/>
                <a:gd name="f849" fmla="*/ f613 1 9767847"/>
                <a:gd name="f850" fmla="*/ f614 1 6858000"/>
                <a:gd name="f851" fmla="*/ f615 1 9767847"/>
                <a:gd name="f852" fmla="*/ f616 1 6858000"/>
                <a:gd name="f853" fmla="*/ f617 1 9767847"/>
                <a:gd name="f854" fmla="*/ f618 1 6858000"/>
                <a:gd name="f855" fmla="*/ f619 1 9767847"/>
                <a:gd name="f856" fmla="*/ f620 1 6858000"/>
                <a:gd name="f857" fmla="*/ f621 1 9767847"/>
                <a:gd name="f858" fmla="*/ f622 1 6858000"/>
                <a:gd name="f859" fmla="*/ f623 1 9767847"/>
                <a:gd name="f860" fmla="*/ f624 1 6858000"/>
                <a:gd name="f861" fmla="*/ f625 1 9767847"/>
                <a:gd name="f862" fmla="*/ f626 1 6858000"/>
                <a:gd name="f863" fmla="*/ f627 1 9767847"/>
                <a:gd name="f864" fmla="*/ f628 1 6858000"/>
                <a:gd name="f865" fmla="*/ f629 1 9767847"/>
                <a:gd name="f866" fmla="*/ f630 1 6858000"/>
                <a:gd name="f867" fmla="*/ f631 1 9767847"/>
                <a:gd name="f868" fmla="*/ f632 1 6858000"/>
                <a:gd name="f869" fmla="*/ f633 1 9767847"/>
                <a:gd name="f870" fmla="*/ f634 1 6858000"/>
                <a:gd name="f871" fmla="*/ f635 1 9767847"/>
                <a:gd name="f872" fmla="*/ f636 1 6858000"/>
                <a:gd name="f873" fmla="*/ f637 1 9767847"/>
                <a:gd name="f874" fmla="*/ f638 1 6858000"/>
                <a:gd name="f875" fmla="*/ f639 1 9767847"/>
                <a:gd name="f876" fmla="*/ f640 1 6858000"/>
                <a:gd name="f877" fmla="*/ f641 1 9767847"/>
                <a:gd name="f878" fmla="*/ f642 1 6858000"/>
                <a:gd name="f879" fmla="*/ f643 1 9767847"/>
                <a:gd name="f880" fmla="*/ f644 1 6858000"/>
                <a:gd name="f881" fmla="*/ f645 1 9767847"/>
                <a:gd name="f882" fmla="*/ f646 1 6858000"/>
                <a:gd name="f883" fmla="*/ f647 1 9767847"/>
                <a:gd name="f884" fmla="*/ f648 1 6858000"/>
                <a:gd name="f885" fmla="*/ f649 1 9767847"/>
                <a:gd name="f886" fmla="*/ f650 1 6858000"/>
                <a:gd name="f887" fmla="*/ f651 1 9767847"/>
                <a:gd name="f888" fmla="*/ f652 1 6858000"/>
                <a:gd name="f889" fmla="*/ f653 1 9767847"/>
                <a:gd name="f890" fmla="*/ f654 1 6858000"/>
                <a:gd name="f891" fmla="*/ f655 1 9767847"/>
                <a:gd name="f892" fmla="*/ f656 1 6858000"/>
                <a:gd name="f893" fmla="*/ f657 1 9767847"/>
                <a:gd name="f894" fmla="*/ f658 1 6858000"/>
                <a:gd name="f895" fmla="*/ f659 1 9767847"/>
                <a:gd name="f896" fmla="*/ f660 1 6858000"/>
                <a:gd name="f897" fmla="*/ f661 1 9767847"/>
                <a:gd name="f898" fmla="*/ f662 1 6858000"/>
                <a:gd name="f899" fmla="*/ f663 1 9767847"/>
                <a:gd name="f900" fmla="*/ f664 1 6858000"/>
                <a:gd name="f901" fmla="*/ f665 1 9767847"/>
                <a:gd name="f902" fmla="*/ f666 1 6858000"/>
                <a:gd name="f903" fmla="*/ f667 1 9767847"/>
                <a:gd name="f904" fmla="*/ f668 1 6858000"/>
                <a:gd name="f905" fmla="*/ f669 1 9767847"/>
                <a:gd name="f906" fmla="*/ f670 1 6858000"/>
                <a:gd name="f907" fmla="*/ f671 1 9767847"/>
                <a:gd name="f908" fmla="*/ f672 1 6858000"/>
                <a:gd name="f909" fmla="*/ f673 1 9767847"/>
                <a:gd name="f910" fmla="*/ f674 1 6858000"/>
                <a:gd name="f911" fmla="*/ f675 1 9767847"/>
                <a:gd name="f912" fmla="*/ f676 1 6858000"/>
                <a:gd name="f913" fmla="*/ f677 1 9767847"/>
                <a:gd name="f914" fmla="*/ f678 1 6858000"/>
                <a:gd name="f915" fmla="*/ f679 1 9767847"/>
                <a:gd name="f916" fmla="*/ f680 1 6858000"/>
                <a:gd name="f917" fmla="*/ f681 1 9767847"/>
                <a:gd name="f918" fmla="*/ f682 1 6858000"/>
                <a:gd name="f919" fmla="*/ f683 1 9767847"/>
                <a:gd name="f920" fmla="*/ f684 1 6858000"/>
                <a:gd name="f921" fmla="*/ f685 1 9767847"/>
                <a:gd name="f922" fmla="*/ f686 1 6858000"/>
                <a:gd name="f923" fmla="*/ f687 1 9767847"/>
                <a:gd name="f924" fmla="*/ f688 1 6858000"/>
                <a:gd name="f925" fmla="*/ f689 1 9767847"/>
                <a:gd name="f926" fmla="*/ f690 1 9767847"/>
                <a:gd name="f927" fmla="*/ f691 1 9767847"/>
                <a:gd name="f928" fmla="*/ f692 1 6858000"/>
                <a:gd name="f929" fmla="*/ f693 1 9767847"/>
                <a:gd name="f930" fmla="*/ f694 1 6858000"/>
                <a:gd name="f931" fmla="*/ f695 1 9767847"/>
                <a:gd name="f932" fmla="*/ f696 1 6858000"/>
                <a:gd name="f933" fmla="*/ f697 1 9767847"/>
                <a:gd name="f934" fmla="*/ f698 1 6858000"/>
                <a:gd name="f935" fmla="*/ f699 1 9767847"/>
                <a:gd name="f936" fmla="*/ f700 1 6858000"/>
                <a:gd name="f937" fmla="*/ f701 1 9767847"/>
                <a:gd name="f938" fmla="*/ f702 1 6858000"/>
                <a:gd name="f939" fmla="*/ f703 1 9767847"/>
                <a:gd name="f940" fmla="*/ f704 1 6858000"/>
                <a:gd name="f941" fmla="*/ f705 1 9767847"/>
                <a:gd name="f942" fmla="*/ f706 1 6858000"/>
                <a:gd name="f943" fmla="*/ f707 1 9767847"/>
                <a:gd name="f944" fmla="*/ f708 1 6858000"/>
                <a:gd name="f945" fmla="*/ f709 1 9767847"/>
                <a:gd name="f946" fmla="*/ f710 1 6858000"/>
                <a:gd name="f947" fmla="*/ f711 1 9767847"/>
                <a:gd name="f948" fmla="*/ f712 1 6858000"/>
                <a:gd name="f949" fmla="*/ f713 1 9767847"/>
                <a:gd name="f950" fmla="*/ f714 1 6858000"/>
                <a:gd name="f951" fmla="*/ f715 1 9767847"/>
                <a:gd name="f952" fmla="*/ f716 1 6858000"/>
                <a:gd name="f953" fmla="*/ f717 1 9767847"/>
                <a:gd name="f954" fmla="*/ f718 1 6858000"/>
                <a:gd name="f955" fmla="*/ f719 1 9767847"/>
                <a:gd name="f956" fmla="*/ f720 1 6858000"/>
                <a:gd name="f957" fmla="*/ f721 1 9767847"/>
                <a:gd name="f958" fmla="*/ f722 1 6858000"/>
                <a:gd name="f959" fmla="*/ f723 1 9767847"/>
                <a:gd name="f960" fmla="*/ f724 1 6858000"/>
                <a:gd name="f961" fmla="*/ f725 1 9767847"/>
                <a:gd name="f962" fmla="*/ f726 1 9767847"/>
                <a:gd name="f963" fmla="*/ f727 1 9767847"/>
                <a:gd name="f964" fmla="*/ f728 1 9767847"/>
                <a:gd name="f965" fmla="*/ f729 1 9767847"/>
                <a:gd name="f966" fmla="*/ f5 1 f493"/>
                <a:gd name="f967" fmla="*/ f6 1 f493"/>
                <a:gd name="f968" fmla="*/ f5 1 f494"/>
                <a:gd name="f969" fmla="*/ f7 1 f494"/>
                <a:gd name="f970" fmla="+- f730 0 f1"/>
                <a:gd name="f971" fmla="*/ f731 1 f493"/>
                <a:gd name="f972" fmla="*/ f732 1 f494"/>
                <a:gd name="f973" fmla="*/ f733 1 f493"/>
                <a:gd name="f974" fmla="*/ f734 1 f493"/>
                <a:gd name="f975" fmla="*/ f735 1 f494"/>
                <a:gd name="f976" fmla="*/ f736 1 f493"/>
                <a:gd name="f977" fmla="*/ f737 1 f494"/>
                <a:gd name="f978" fmla="*/ f738 1 f493"/>
                <a:gd name="f979" fmla="*/ f739 1 f494"/>
                <a:gd name="f980" fmla="*/ f740 1 f493"/>
                <a:gd name="f981" fmla="*/ f741 1 f494"/>
                <a:gd name="f982" fmla="*/ f742 1 f493"/>
                <a:gd name="f983" fmla="*/ f743 1 f493"/>
                <a:gd name="f984" fmla="*/ f744 1 f494"/>
                <a:gd name="f985" fmla="*/ f745 1 f493"/>
                <a:gd name="f986" fmla="*/ f746 1 f494"/>
                <a:gd name="f987" fmla="*/ f747 1 f493"/>
                <a:gd name="f988" fmla="*/ f748 1 f494"/>
                <a:gd name="f989" fmla="*/ f749 1 f493"/>
                <a:gd name="f990" fmla="*/ f750 1 f494"/>
                <a:gd name="f991" fmla="*/ f751 1 f493"/>
                <a:gd name="f992" fmla="*/ f752 1 f494"/>
                <a:gd name="f993" fmla="*/ f753 1 f493"/>
                <a:gd name="f994" fmla="*/ f754 1 f494"/>
                <a:gd name="f995" fmla="*/ f755 1 f493"/>
                <a:gd name="f996" fmla="*/ f756 1 f494"/>
                <a:gd name="f997" fmla="*/ f757 1 f493"/>
                <a:gd name="f998" fmla="*/ f758 1 f494"/>
                <a:gd name="f999" fmla="*/ f759 1 f493"/>
                <a:gd name="f1000" fmla="*/ f760 1 f494"/>
                <a:gd name="f1001" fmla="*/ f761 1 f493"/>
                <a:gd name="f1002" fmla="*/ f762 1 f494"/>
                <a:gd name="f1003" fmla="*/ f763 1 f493"/>
                <a:gd name="f1004" fmla="*/ f764 1 f494"/>
                <a:gd name="f1005" fmla="*/ f765 1 f493"/>
                <a:gd name="f1006" fmla="*/ f766 1 f494"/>
                <a:gd name="f1007" fmla="*/ f767 1 f493"/>
                <a:gd name="f1008" fmla="*/ f768 1 f494"/>
                <a:gd name="f1009" fmla="*/ f769 1 f493"/>
                <a:gd name="f1010" fmla="*/ f770 1 f494"/>
                <a:gd name="f1011" fmla="*/ f771 1 f493"/>
                <a:gd name="f1012" fmla="*/ f772 1 f494"/>
                <a:gd name="f1013" fmla="*/ f773 1 f493"/>
                <a:gd name="f1014" fmla="*/ f774 1 f494"/>
                <a:gd name="f1015" fmla="*/ f775 1 f493"/>
                <a:gd name="f1016" fmla="*/ f776 1 f494"/>
                <a:gd name="f1017" fmla="*/ f777 1 f493"/>
                <a:gd name="f1018" fmla="*/ f778 1 f494"/>
                <a:gd name="f1019" fmla="*/ f779 1 f493"/>
                <a:gd name="f1020" fmla="*/ f780 1 f494"/>
                <a:gd name="f1021" fmla="*/ f781 1 f493"/>
                <a:gd name="f1022" fmla="*/ f782 1 f494"/>
                <a:gd name="f1023" fmla="*/ f783 1 f493"/>
                <a:gd name="f1024" fmla="*/ f784 1 f494"/>
                <a:gd name="f1025" fmla="*/ f785 1 f493"/>
                <a:gd name="f1026" fmla="*/ f786 1 f494"/>
                <a:gd name="f1027" fmla="*/ f787 1 f493"/>
                <a:gd name="f1028" fmla="*/ f788 1 f494"/>
                <a:gd name="f1029" fmla="*/ f789 1 f493"/>
                <a:gd name="f1030" fmla="*/ f790 1 f494"/>
                <a:gd name="f1031" fmla="*/ f791 1 f493"/>
                <a:gd name="f1032" fmla="*/ f792 1 f494"/>
                <a:gd name="f1033" fmla="*/ f793 1 f493"/>
                <a:gd name="f1034" fmla="*/ f794 1 f494"/>
                <a:gd name="f1035" fmla="*/ f795 1 f493"/>
                <a:gd name="f1036" fmla="*/ f796 1 f494"/>
                <a:gd name="f1037" fmla="*/ f797 1 f493"/>
                <a:gd name="f1038" fmla="*/ f798 1 f494"/>
                <a:gd name="f1039" fmla="*/ f799 1 f493"/>
                <a:gd name="f1040" fmla="*/ f800 1 f494"/>
                <a:gd name="f1041" fmla="*/ f801 1 f493"/>
                <a:gd name="f1042" fmla="*/ f802 1 f494"/>
                <a:gd name="f1043" fmla="*/ f803 1 f493"/>
                <a:gd name="f1044" fmla="*/ f804 1 f494"/>
                <a:gd name="f1045" fmla="*/ f805 1 f493"/>
                <a:gd name="f1046" fmla="*/ f806 1 f494"/>
                <a:gd name="f1047" fmla="*/ f807 1 f493"/>
                <a:gd name="f1048" fmla="*/ f808 1 f494"/>
                <a:gd name="f1049" fmla="*/ f809 1 f493"/>
                <a:gd name="f1050" fmla="*/ f810 1 f494"/>
                <a:gd name="f1051" fmla="*/ f811 1 f493"/>
                <a:gd name="f1052" fmla="*/ f812 1 f494"/>
                <a:gd name="f1053" fmla="*/ f813 1 f493"/>
                <a:gd name="f1054" fmla="*/ f814 1 f494"/>
                <a:gd name="f1055" fmla="*/ f815 1 f493"/>
                <a:gd name="f1056" fmla="*/ f816 1 f494"/>
                <a:gd name="f1057" fmla="*/ f817 1 f493"/>
                <a:gd name="f1058" fmla="*/ f818 1 f494"/>
                <a:gd name="f1059" fmla="*/ f819 1 f493"/>
                <a:gd name="f1060" fmla="*/ f820 1 f494"/>
                <a:gd name="f1061" fmla="*/ f821 1 f493"/>
                <a:gd name="f1062" fmla="*/ f822 1 f494"/>
                <a:gd name="f1063" fmla="*/ f823 1 f493"/>
                <a:gd name="f1064" fmla="*/ f824 1 f494"/>
                <a:gd name="f1065" fmla="*/ f825 1 f493"/>
                <a:gd name="f1066" fmla="*/ f826 1 f494"/>
                <a:gd name="f1067" fmla="*/ f827 1 f493"/>
                <a:gd name="f1068" fmla="*/ f828 1 f494"/>
                <a:gd name="f1069" fmla="*/ f829 1 f493"/>
                <a:gd name="f1070" fmla="*/ f830 1 f494"/>
                <a:gd name="f1071" fmla="*/ f831 1 f493"/>
                <a:gd name="f1072" fmla="*/ f832 1 f494"/>
                <a:gd name="f1073" fmla="*/ f833 1 f493"/>
                <a:gd name="f1074" fmla="*/ f834 1 f494"/>
                <a:gd name="f1075" fmla="*/ f835 1 f493"/>
                <a:gd name="f1076" fmla="*/ f836 1 f494"/>
                <a:gd name="f1077" fmla="*/ f837 1 f493"/>
                <a:gd name="f1078" fmla="*/ f838 1 f494"/>
                <a:gd name="f1079" fmla="*/ f839 1 f493"/>
                <a:gd name="f1080" fmla="*/ f840 1 f494"/>
                <a:gd name="f1081" fmla="*/ f841 1 f493"/>
                <a:gd name="f1082" fmla="*/ f842 1 f494"/>
                <a:gd name="f1083" fmla="*/ f843 1 f493"/>
                <a:gd name="f1084" fmla="*/ f844 1 f494"/>
                <a:gd name="f1085" fmla="*/ f845 1 f493"/>
                <a:gd name="f1086" fmla="*/ f846 1 f494"/>
                <a:gd name="f1087" fmla="*/ f847 1 f493"/>
                <a:gd name="f1088" fmla="*/ f848 1 f494"/>
                <a:gd name="f1089" fmla="*/ f849 1 f493"/>
                <a:gd name="f1090" fmla="*/ f850 1 f494"/>
                <a:gd name="f1091" fmla="*/ f851 1 f493"/>
                <a:gd name="f1092" fmla="*/ f852 1 f494"/>
                <a:gd name="f1093" fmla="*/ f853 1 f493"/>
                <a:gd name="f1094" fmla="*/ f854 1 f494"/>
                <a:gd name="f1095" fmla="*/ f855 1 f493"/>
                <a:gd name="f1096" fmla="*/ f856 1 f494"/>
                <a:gd name="f1097" fmla="*/ f857 1 f493"/>
                <a:gd name="f1098" fmla="*/ f858 1 f494"/>
                <a:gd name="f1099" fmla="*/ f859 1 f493"/>
                <a:gd name="f1100" fmla="*/ f860 1 f494"/>
                <a:gd name="f1101" fmla="*/ f861 1 f493"/>
                <a:gd name="f1102" fmla="*/ f862 1 f494"/>
                <a:gd name="f1103" fmla="*/ f863 1 f493"/>
                <a:gd name="f1104" fmla="*/ f864 1 f494"/>
                <a:gd name="f1105" fmla="*/ f865 1 f493"/>
                <a:gd name="f1106" fmla="*/ f866 1 f494"/>
                <a:gd name="f1107" fmla="*/ f867 1 f493"/>
                <a:gd name="f1108" fmla="*/ f868 1 f494"/>
                <a:gd name="f1109" fmla="*/ f869 1 f493"/>
                <a:gd name="f1110" fmla="*/ f870 1 f494"/>
                <a:gd name="f1111" fmla="*/ f871 1 f493"/>
                <a:gd name="f1112" fmla="*/ f872 1 f494"/>
                <a:gd name="f1113" fmla="*/ f873 1 f493"/>
                <a:gd name="f1114" fmla="*/ f874 1 f494"/>
                <a:gd name="f1115" fmla="*/ f875 1 f493"/>
                <a:gd name="f1116" fmla="*/ f876 1 f494"/>
                <a:gd name="f1117" fmla="*/ f877 1 f493"/>
                <a:gd name="f1118" fmla="*/ f878 1 f494"/>
                <a:gd name="f1119" fmla="*/ f879 1 f493"/>
                <a:gd name="f1120" fmla="*/ f880 1 f494"/>
                <a:gd name="f1121" fmla="*/ f881 1 f493"/>
                <a:gd name="f1122" fmla="*/ f882 1 f494"/>
                <a:gd name="f1123" fmla="*/ f883 1 f493"/>
                <a:gd name="f1124" fmla="*/ f884 1 f494"/>
                <a:gd name="f1125" fmla="*/ f885 1 f493"/>
                <a:gd name="f1126" fmla="*/ f886 1 f494"/>
                <a:gd name="f1127" fmla="*/ f887 1 f493"/>
                <a:gd name="f1128" fmla="*/ f888 1 f494"/>
                <a:gd name="f1129" fmla="*/ f889 1 f493"/>
                <a:gd name="f1130" fmla="*/ f890 1 f494"/>
                <a:gd name="f1131" fmla="*/ f891 1 f493"/>
                <a:gd name="f1132" fmla="*/ f892 1 f494"/>
                <a:gd name="f1133" fmla="*/ f893 1 f493"/>
                <a:gd name="f1134" fmla="*/ f894 1 f494"/>
                <a:gd name="f1135" fmla="*/ f895 1 f493"/>
                <a:gd name="f1136" fmla="*/ f896 1 f494"/>
                <a:gd name="f1137" fmla="*/ f897 1 f493"/>
                <a:gd name="f1138" fmla="*/ f898 1 f494"/>
                <a:gd name="f1139" fmla="*/ f899 1 f493"/>
                <a:gd name="f1140" fmla="*/ f900 1 f494"/>
                <a:gd name="f1141" fmla="*/ f901 1 f493"/>
                <a:gd name="f1142" fmla="*/ f902 1 f494"/>
                <a:gd name="f1143" fmla="*/ f903 1 f493"/>
                <a:gd name="f1144" fmla="*/ f904 1 f494"/>
                <a:gd name="f1145" fmla="*/ f905 1 f493"/>
                <a:gd name="f1146" fmla="*/ f906 1 f494"/>
                <a:gd name="f1147" fmla="*/ f907 1 f493"/>
                <a:gd name="f1148" fmla="*/ f908 1 f494"/>
                <a:gd name="f1149" fmla="*/ f909 1 f493"/>
                <a:gd name="f1150" fmla="*/ f910 1 f494"/>
                <a:gd name="f1151" fmla="*/ f911 1 f493"/>
                <a:gd name="f1152" fmla="*/ f912 1 f494"/>
                <a:gd name="f1153" fmla="*/ f913 1 f493"/>
                <a:gd name="f1154" fmla="*/ f914 1 f494"/>
                <a:gd name="f1155" fmla="*/ f915 1 f493"/>
                <a:gd name="f1156" fmla="*/ f916 1 f494"/>
                <a:gd name="f1157" fmla="*/ f917 1 f493"/>
                <a:gd name="f1158" fmla="*/ f918 1 f494"/>
                <a:gd name="f1159" fmla="*/ f919 1 f493"/>
                <a:gd name="f1160" fmla="*/ f920 1 f494"/>
                <a:gd name="f1161" fmla="*/ f921 1 f493"/>
                <a:gd name="f1162" fmla="*/ f922 1 f494"/>
                <a:gd name="f1163" fmla="*/ f923 1 f493"/>
                <a:gd name="f1164" fmla="*/ f924 1 f494"/>
                <a:gd name="f1165" fmla="*/ f925 1 f493"/>
                <a:gd name="f1166" fmla="*/ f926 1 f493"/>
                <a:gd name="f1167" fmla="*/ f927 1 f493"/>
                <a:gd name="f1168" fmla="*/ f928 1 f494"/>
                <a:gd name="f1169" fmla="*/ f929 1 f493"/>
                <a:gd name="f1170" fmla="*/ f930 1 f494"/>
                <a:gd name="f1171" fmla="*/ f931 1 f493"/>
                <a:gd name="f1172" fmla="*/ f932 1 f494"/>
                <a:gd name="f1173" fmla="*/ f933 1 f493"/>
                <a:gd name="f1174" fmla="*/ f934 1 f494"/>
                <a:gd name="f1175" fmla="*/ f935 1 f493"/>
                <a:gd name="f1176" fmla="*/ f936 1 f494"/>
                <a:gd name="f1177" fmla="*/ f937 1 f493"/>
                <a:gd name="f1178" fmla="*/ f938 1 f494"/>
                <a:gd name="f1179" fmla="*/ f939 1 f493"/>
                <a:gd name="f1180" fmla="*/ f940 1 f494"/>
                <a:gd name="f1181" fmla="*/ f941 1 f493"/>
                <a:gd name="f1182" fmla="*/ f942 1 f494"/>
                <a:gd name="f1183" fmla="*/ f943 1 f493"/>
                <a:gd name="f1184" fmla="*/ f944 1 f494"/>
                <a:gd name="f1185" fmla="*/ f945 1 f493"/>
                <a:gd name="f1186" fmla="*/ f946 1 f494"/>
                <a:gd name="f1187" fmla="*/ f947 1 f493"/>
                <a:gd name="f1188" fmla="*/ f948 1 f494"/>
                <a:gd name="f1189" fmla="*/ f949 1 f493"/>
                <a:gd name="f1190" fmla="*/ f950 1 f494"/>
                <a:gd name="f1191" fmla="*/ f951 1 f493"/>
                <a:gd name="f1192" fmla="*/ f952 1 f494"/>
                <a:gd name="f1193" fmla="*/ f953 1 f493"/>
                <a:gd name="f1194" fmla="*/ f954 1 f494"/>
                <a:gd name="f1195" fmla="*/ f955 1 f493"/>
                <a:gd name="f1196" fmla="*/ f956 1 f494"/>
                <a:gd name="f1197" fmla="*/ f957 1 f493"/>
                <a:gd name="f1198" fmla="*/ f958 1 f494"/>
                <a:gd name="f1199" fmla="*/ f959 1 f493"/>
                <a:gd name="f1200" fmla="*/ f960 1 f494"/>
                <a:gd name="f1201" fmla="*/ f961 1 f493"/>
                <a:gd name="f1202" fmla="*/ f962 1 f493"/>
                <a:gd name="f1203" fmla="*/ f963 1 f493"/>
                <a:gd name="f1204" fmla="*/ f964 1 f493"/>
                <a:gd name="f1205" fmla="*/ f965 1 f493"/>
                <a:gd name="f1206" fmla="*/ f966 f488 1"/>
                <a:gd name="f1207" fmla="*/ f967 f488 1"/>
                <a:gd name="f1208" fmla="*/ f969 f489 1"/>
                <a:gd name="f1209" fmla="*/ f968 f489 1"/>
                <a:gd name="f1210" fmla="*/ f971 f488 1"/>
                <a:gd name="f1211" fmla="*/ f972 f489 1"/>
                <a:gd name="f1212" fmla="*/ f973 f488 1"/>
                <a:gd name="f1213" fmla="*/ f974 f488 1"/>
                <a:gd name="f1214" fmla="*/ f975 f489 1"/>
                <a:gd name="f1215" fmla="*/ f976 f488 1"/>
                <a:gd name="f1216" fmla="*/ f977 f489 1"/>
                <a:gd name="f1217" fmla="*/ f978 f488 1"/>
                <a:gd name="f1218" fmla="*/ f979 f489 1"/>
                <a:gd name="f1219" fmla="*/ f980 f488 1"/>
                <a:gd name="f1220" fmla="*/ f981 f489 1"/>
                <a:gd name="f1221" fmla="*/ f982 f488 1"/>
                <a:gd name="f1222" fmla="*/ f983 f488 1"/>
                <a:gd name="f1223" fmla="*/ f984 f489 1"/>
                <a:gd name="f1224" fmla="*/ f985 f488 1"/>
                <a:gd name="f1225" fmla="*/ f986 f489 1"/>
                <a:gd name="f1226" fmla="*/ f987 f488 1"/>
                <a:gd name="f1227" fmla="*/ f988 f489 1"/>
                <a:gd name="f1228" fmla="*/ f989 f488 1"/>
                <a:gd name="f1229" fmla="*/ f990 f489 1"/>
                <a:gd name="f1230" fmla="*/ f991 f488 1"/>
                <a:gd name="f1231" fmla="*/ f992 f489 1"/>
                <a:gd name="f1232" fmla="*/ f993 f488 1"/>
                <a:gd name="f1233" fmla="*/ f994 f489 1"/>
                <a:gd name="f1234" fmla="*/ f995 f488 1"/>
                <a:gd name="f1235" fmla="*/ f996 f489 1"/>
                <a:gd name="f1236" fmla="*/ f997 f488 1"/>
                <a:gd name="f1237" fmla="*/ f998 f489 1"/>
                <a:gd name="f1238" fmla="*/ f999 f488 1"/>
                <a:gd name="f1239" fmla="*/ f1000 f489 1"/>
                <a:gd name="f1240" fmla="*/ f1001 f488 1"/>
                <a:gd name="f1241" fmla="*/ f1002 f489 1"/>
                <a:gd name="f1242" fmla="*/ f1003 f488 1"/>
                <a:gd name="f1243" fmla="*/ f1004 f489 1"/>
                <a:gd name="f1244" fmla="*/ f1005 f488 1"/>
                <a:gd name="f1245" fmla="*/ f1006 f489 1"/>
                <a:gd name="f1246" fmla="*/ f1007 f488 1"/>
                <a:gd name="f1247" fmla="*/ f1008 f489 1"/>
                <a:gd name="f1248" fmla="*/ f1009 f488 1"/>
                <a:gd name="f1249" fmla="*/ f1010 f489 1"/>
                <a:gd name="f1250" fmla="*/ f1011 f488 1"/>
                <a:gd name="f1251" fmla="*/ f1012 f489 1"/>
                <a:gd name="f1252" fmla="*/ f1013 f488 1"/>
                <a:gd name="f1253" fmla="*/ f1014 f489 1"/>
                <a:gd name="f1254" fmla="*/ f1015 f488 1"/>
                <a:gd name="f1255" fmla="*/ f1016 f489 1"/>
                <a:gd name="f1256" fmla="*/ f1017 f488 1"/>
                <a:gd name="f1257" fmla="*/ f1018 f489 1"/>
                <a:gd name="f1258" fmla="*/ f1019 f488 1"/>
                <a:gd name="f1259" fmla="*/ f1020 f489 1"/>
                <a:gd name="f1260" fmla="*/ f1021 f488 1"/>
                <a:gd name="f1261" fmla="*/ f1022 f489 1"/>
                <a:gd name="f1262" fmla="*/ f1023 f488 1"/>
                <a:gd name="f1263" fmla="*/ f1024 f489 1"/>
                <a:gd name="f1264" fmla="*/ f1025 f488 1"/>
                <a:gd name="f1265" fmla="*/ f1026 f489 1"/>
                <a:gd name="f1266" fmla="*/ f1027 f488 1"/>
                <a:gd name="f1267" fmla="*/ f1028 f489 1"/>
                <a:gd name="f1268" fmla="*/ f1029 f488 1"/>
                <a:gd name="f1269" fmla="*/ f1030 f489 1"/>
                <a:gd name="f1270" fmla="*/ f1031 f488 1"/>
                <a:gd name="f1271" fmla="*/ f1032 f489 1"/>
                <a:gd name="f1272" fmla="*/ f1033 f488 1"/>
                <a:gd name="f1273" fmla="*/ f1034 f489 1"/>
                <a:gd name="f1274" fmla="*/ f1035 f488 1"/>
                <a:gd name="f1275" fmla="*/ f1036 f489 1"/>
                <a:gd name="f1276" fmla="*/ f1037 f488 1"/>
                <a:gd name="f1277" fmla="*/ f1038 f489 1"/>
                <a:gd name="f1278" fmla="*/ f1039 f488 1"/>
                <a:gd name="f1279" fmla="*/ f1040 f489 1"/>
                <a:gd name="f1280" fmla="*/ f1041 f488 1"/>
                <a:gd name="f1281" fmla="*/ f1042 f489 1"/>
                <a:gd name="f1282" fmla="*/ f1043 f488 1"/>
                <a:gd name="f1283" fmla="*/ f1044 f489 1"/>
                <a:gd name="f1284" fmla="*/ f1045 f488 1"/>
                <a:gd name="f1285" fmla="*/ f1046 f489 1"/>
                <a:gd name="f1286" fmla="*/ f1047 f488 1"/>
                <a:gd name="f1287" fmla="*/ f1048 f489 1"/>
                <a:gd name="f1288" fmla="*/ f1049 f488 1"/>
                <a:gd name="f1289" fmla="*/ f1050 f489 1"/>
                <a:gd name="f1290" fmla="*/ f1051 f488 1"/>
                <a:gd name="f1291" fmla="*/ f1052 f489 1"/>
                <a:gd name="f1292" fmla="*/ f1053 f488 1"/>
                <a:gd name="f1293" fmla="*/ f1054 f489 1"/>
                <a:gd name="f1294" fmla="*/ f1055 f488 1"/>
                <a:gd name="f1295" fmla="*/ f1056 f489 1"/>
                <a:gd name="f1296" fmla="*/ f1057 f488 1"/>
                <a:gd name="f1297" fmla="*/ f1058 f489 1"/>
                <a:gd name="f1298" fmla="*/ f1059 f488 1"/>
                <a:gd name="f1299" fmla="*/ f1060 f489 1"/>
                <a:gd name="f1300" fmla="*/ f1061 f488 1"/>
                <a:gd name="f1301" fmla="*/ f1062 f489 1"/>
                <a:gd name="f1302" fmla="*/ f1063 f488 1"/>
                <a:gd name="f1303" fmla="*/ f1064 f489 1"/>
                <a:gd name="f1304" fmla="*/ f1065 f488 1"/>
                <a:gd name="f1305" fmla="*/ f1066 f489 1"/>
                <a:gd name="f1306" fmla="*/ f1067 f488 1"/>
                <a:gd name="f1307" fmla="*/ f1068 f489 1"/>
                <a:gd name="f1308" fmla="*/ f1069 f488 1"/>
                <a:gd name="f1309" fmla="*/ f1070 f489 1"/>
                <a:gd name="f1310" fmla="*/ f1071 f488 1"/>
                <a:gd name="f1311" fmla="*/ f1072 f489 1"/>
                <a:gd name="f1312" fmla="*/ f1073 f488 1"/>
                <a:gd name="f1313" fmla="*/ f1074 f489 1"/>
                <a:gd name="f1314" fmla="*/ f1075 f488 1"/>
                <a:gd name="f1315" fmla="*/ f1076 f489 1"/>
                <a:gd name="f1316" fmla="*/ f1077 f488 1"/>
                <a:gd name="f1317" fmla="*/ f1078 f489 1"/>
                <a:gd name="f1318" fmla="*/ f1079 f488 1"/>
                <a:gd name="f1319" fmla="*/ f1080 f489 1"/>
                <a:gd name="f1320" fmla="*/ f1081 f488 1"/>
                <a:gd name="f1321" fmla="*/ f1082 f489 1"/>
                <a:gd name="f1322" fmla="*/ f1083 f488 1"/>
                <a:gd name="f1323" fmla="*/ f1084 f489 1"/>
                <a:gd name="f1324" fmla="*/ f1085 f488 1"/>
                <a:gd name="f1325" fmla="*/ f1086 f489 1"/>
                <a:gd name="f1326" fmla="*/ f1087 f488 1"/>
                <a:gd name="f1327" fmla="*/ f1088 f489 1"/>
                <a:gd name="f1328" fmla="*/ f1089 f488 1"/>
                <a:gd name="f1329" fmla="*/ f1090 f489 1"/>
                <a:gd name="f1330" fmla="*/ f1091 f488 1"/>
                <a:gd name="f1331" fmla="*/ f1092 f489 1"/>
                <a:gd name="f1332" fmla="*/ f1093 f488 1"/>
                <a:gd name="f1333" fmla="*/ f1094 f489 1"/>
                <a:gd name="f1334" fmla="*/ f1095 f488 1"/>
                <a:gd name="f1335" fmla="*/ f1096 f489 1"/>
                <a:gd name="f1336" fmla="*/ f1097 f488 1"/>
                <a:gd name="f1337" fmla="*/ f1098 f489 1"/>
                <a:gd name="f1338" fmla="*/ f1099 f488 1"/>
                <a:gd name="f1339" fmla="*/ f1100 f489 1"/>
                <a:gd name="f1340" fmla="*/ f1101 f488 1"/>
                <a:gd name="f1341" fmla="*/ f1102 f489 1"/>
                <a:gd name="f1342" fmla="*/ f1103 f488 1"/>
                <a:gd name="f1343" fmla="*/ f1104 f489 1"/>
                <a:gd name="f1344" fmla="*/ f1105 f488 1"/>
                <a:gd name="f1345" fmla="*/ f1106 f489 1"/>
                <a:gd name="f1346" fmla="*/ f1107 f488 1"/>
                <a:gd name="f1347" fmla="*/ f1108 f489 1"/>
                <a:gd name="f1348" fmla="*/ f1109 f488 1"/>
                <a:gd name="f1349" fmla="*/ f1110 f489 1"/>
                <a:gd name="f1350" fmla="*/ f1111 f488 1"/>
                <a:gd name="f1351" fmla="*/ f1112 f489 1"/>
                <a:gd name="f1352" fmla="*/ f1113 f488 1"/>
                <a:gd name="f1353" fmla="*/ f1114 f489 1"/>
                <a:gd name="f1354" fmla="*/ f1115 f488 1"/>
                <a:gd name="f1355" fmla="*/ f1116 f489 1"/>
                <a:gd name="f1356" fmla="*/ f1117 f488 1"/>
                <a:gd name="f1357" fmla="*/ f1118 f489 1"/>
                <a:gd name="f1358" fmla="*/ f1119 f488 1"/>
                <a:gd name="f1359" fmla="*/ f1120 f489 1"/>
                <a:gd name="f1360" fmla="*/ f1121 f488 1"/>
                <a:gd name="f1361" fmla="*/ f1122 f489 1"/>
                <a:gd name="f1362" fmla="*/ f1123 f488 1"/>
                <a:gd name="f1363" fmla="*/ f1124 f489 1"/>
                <a:gd name="f1364" fmla="*/ f1125 f488 1"/>
                <a:gd name="f1365" fmla="*/ f1126 f489 1"/>
                <a:gd name="f1366" fmla="*/ f1127 f488 1"/>
                <a:gd name="f1367" fmla="*/ f1128 f489 1"/>
                <a:gd name="f1368" fmla="*/ f1129 f488 1"/>
                <a:gd name="f1369" fmla="*/ f1130 f489 1"/>
                <a:gd name="f1370" fmla="*/ f1131 f488 1"/>
                <a:gd name="f1371" fmla="*/ f1132 f489 1"/>
                <a:gd name="f1372" fmla="*/ f1133 f488 1"/>
                <a:gd name="f1373" fmla="*/ f1134 f489 1"/>
                <a:gd name="f1374" fmla="*/ f1135 f488 1"/>
                <a:gd name="f1375" fmla="*/ f1136 f489 1"/>
                <a:gd name="f1376" fmla="*/ f1137 f488 1"/>
                <a:gd name="f1377" fmla="*/ f1138 f489 1"/>
                <a:gd name="f1378" fmla="*/ f1139 f488 1"/>
                <a:gd name="f1379" fmla="*/ f1140 f489 1"/>
                <a:gd name="f1380" fmla="*/ f1141 f488 1"/>
                <a:gd name="f1381" fmla="*/ f1142 f489 1"/>
                <a:gd name="f1382" fmla="*/ f1143 f488 1"/>
                <a:gd name="f1383" fmla="*/ f1144 f489 1"/>
                <a:gd name="f1384" fmla="*/ f1145 f488 1"/>
                <a:gd name="f1385" fmla="*/ f1146 f489 1"/>
                <a:gd name="f1386" fmla="*/ f1147 f488 1"/>
                <a:gd name="f1387" fmla="*/ f1148 f489 1"/>
                <a:gd name="f1388" fmla="*/ f1149 f488 1"/>
                <a:gd name="f1389" fmla="*/ f1150 f489 1"/>
                <a:gd name="f1390" fmla="*/ f1151 f488 1"/>
                <a:gd name="f1391" fmla="*/ f1152 f489 1"/>
                <a:gd name="f1392" fmla="*/ f1153 f488 1"/>
                <a:gd name="f1393" fmla="*/ f1154 f489 1"/>
                <a:gd name="f1394" fmla="*/ f1155 f488 1"/>
                <a:gd name="f1395" fmla="*/ f1156 f489 1"/>
                <a:gd name="f1396" fmla="*/ f1157 f488 1"/>
                <a:gd name="f1397" fmla="*/ f1158 f489 1"/>
                <a:gd name="f1398" fmla="*/ f1159 f488 1"/>
                <a:gd name="f1399" fmla="*/ f1160 f489 1"/>
                <a:gd name="f1400" fmla="*/ f1161 f488 1"/>
                <a:gd name="f1401" fmla="*/ f1162 f489 1"/>
                <a:gd name="f1402" fmla="*/ f1163 f488 1"/>
                <a:gd name="f1403" fmla="*/ f1164 f489 1"/>
                <a:gd name="f1404" fmla="*/ f1165 f488 1"/>
                <a:gd name="f1405" fmla="*/ f1166 f488 1"/>
                <a:gd name="f1406" fmla="*/ f1167 f488 1"/>
                <a:gd name="f1407" fmla="*/ f1168 f489 1"/>
                <a:gd name="f1408" fmla="*/ f1169 f488 1"/>
                <a:gd name="f1409" fmla="*/ f1170 f489 1"/>
                <a:gd name="f1410" fmla="*/ f1171 f488 1"/>
                <a:gd name="f1411" fmla="*/ f1172 f489 1"/>
                <a:gd name="f1412" fmla="*/ f1173 f488 1"/>
                <a:gd name="f1413" fmla="*/ f1174 f489 1"/>
                <a:gd name="f1414" fmla="*/ f1175 f488 1"/>
                <a:gd name="f1415" fmla="*/ f1176 f489 1"/>
                <a:gd name="f1416" fmla="*/ f1177 f488 1"/>
                <a:gd name="f1417" fmla="*/ f1178 f489 1"/>
                <a:gd name="f1418" fmla="*/ f1179 f488 1"/>
                <a:gd name="f1419" fmla="*/ f1180 f489 1"/>
                <a:gd name="f1420" fmla="*/ f1181 f488 1"/>
                <a:gd name="f1421" fmla="*/ f1182 f489 1"/>
                <a:gd name="f1422" fmla="*/ f1183 f488 1"/>
                <a:gd name="f1423" fmla="*/ f1184 f489 1"/>
                <a:gd name="f1424" fmla="*/ f1185 f488 1"/>
                <a:gd name="f1425" fmla="*/ f1186 f489 1"/>
                <a:gd name="f1426" fmla="*/ f1187 f488 1"/>
                <a:gd name="f1427" fmla="*/ f1188 f489 1"/>
                <a:gd name="f1428" fmla="*/ f1189 f488 1"/>
                <a:gd name="f1429" fmla="*/ f1190 f489 1"/>
                <a:gd name="f1430" fmla="*/ f1191 f488 1"/>
                <a:gd name="f1431" fmla="*/ f1192 f489 1"/>
                <a:gd name="f1432" fmla="*/ f1193 f488 1"/>
                <a:gd name="f1433" fmla="*/ f1194 f489 1"/>
                <a:gd name="f1434" fmla="*/ f1195 f488 1"/>
                <a:gd name="f1435" fmla="*/ f1196 f489 1"/>
                <a:gd name="f1436" fmla="*/ f1197 f488 1"/>
                <a:gd name="f1437" fmla="*/ f1198 f489 1"/>
                <a:gd name="f1438" fmla="*/ f1199 f488 1"/>
                <a:gd name="f1439" fmla="*/ f1200 f489 1"/>
                <a:gd name="f1440" fmla="*/ f1201 f488 1"/>
                <a:gd name="f1441" fmla="*/ f1202 f488 1"/>
                <a:gd name="f1442" fmla="*/ f1203 f488 1"/>
                <a:gd name="f1443" fmla="*/ f1204 f488 1"/>
                <a:gd name="f1444" fmla="*/ f1205 f488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970">
                  <a:pos x="f1210" y="f1211"/>
                </a:cxn>
                <a:cxn ang="f970">
                  <a:pos x="f1212" y="f1211"/>
                </a:cxn>
                <a:cxn ang="f970">
                  <a:pos x="f1213" y="f1214"/>
                </a:cxn>
                <a:cxn ang="f970">
                  <a:pos x="f1215" y="f1216"/>
                </a:cxn>
                <a:cxn ang="f970">
                  <a:pos x="f1217" y="f1218"/>
                </a:cxn>
                <a:cxn ang="f970">
                  <a:pos x="f1219" y="f1220"/>
                </a:cxn>
                <a:cxn ang="f970">
                  <a:pos x="f1221" y="f1220"/>
                </a:cxn>
                <a:cxn ang="f970">
                  <a:pos x="f1222" y="f1223"/>
                </a:cxn>
                <a:cxn ang="f970">
                  <a:pos x="f1224" y="f1225"/>
                </a:cxn>
                <a:cxn ang="f970">
                  <a:pos x="f1226" y="f1227"/>
                </a:cxn>
                <a:cxn ang="f970">
                  <a:pos x="f1228" y="f1229"/>
                </a:cxn>
                <a:cxn ang="f970">
                  <a:pos x="f1230" y="f1231"/>
                </a:cxn>
                <a:cxn ang="f970">
                  <a:pos x="f1232" y="f1233"/>
                </a:cxn>
                <a:cxn ang="f970">
                  <a:pos x="f1234" y="f1235"/>
                </a:cxn>
                <a:cxn ang="f970">
                  <a:pos x="f1236" y="f1237"/>
                </a:cxn>
                <a:cxn ang="f970">
                  <a:pos x="f1238" y="f1239"/>
                </a:cxn>
                <a:cxn ang="f970">
                  <a:pos x="f1240" y="f1241"/>
                </a:cxn>
                <a:cxn ang="f970">
                  <a:pos x="f1242" y="f1243"/>
                </a:cxn>
                <a:cxn ang="f970">
                  <a:pos x="f1244" y="f1245"/>
                </a:cxn>
                <a:cxn ang="f970">
                  <a:pos x="f1246" y="f1247"/>
                </a:cxn>
                <a:cxn ang="f970">
                  <a:pos x="f1248" y="f1249"/>
                </a:cxn>
                <a:cxn ang="f970">
                  <a:pos x="f1250" y="f1251"/>
                </a:cxn>
                <a:cxn ang="f970">
                  <a:pos x="f1252" y="f1253"/>
                </a:cxn>
                <a:cxn ang="f970">
                  <a:pos x="f1254" y="f1255"/>
                </a:cxn>
                <a:cxn ang="f970">
                  <a:pos x="f1256" y="f1257"/>
                </a:cxn>
                <a:cxn ang="f970">
                  <a:pos x="f1258" y="f1259"/>
                </a:cxn>
                <a:cxn ang="f970">
                  <a:pos x="f1260" y="f1261"/>
                </a:cxn>
                <a:cxn ang="f970">
                  <a:pos x="f1262" y="f1263"/>
                </a:cxn>
                <a:cxn ang="f970">
                  <a:pos x="f1264" y="f1265"/>
                </a:cxn>
                <a:cxn ang="f970">
                  <a:pos x="f1266" y="f1267"/>
                </a:cxn>
                <a:cxn ang="f970">
                  <a:pos x="f1268" y="f1269"/>
                </a:cxn>
                <a:cxn ang="f970">
                  <a:pos x="f1270" y="f1271"/>
                </a:cxn>
                <a:cxn ang="f970">
                  <a:pos x="f1272" y="f1273"/>
                </a:cxn>
                <a:cxn ang="f970">
                  <a:pos x="f1274" y="f1275"/>
                </a:cxn>
                <a:cxn ang="f970">
                  <a:pos x="f1276" y="f1277"/>
                </a:cxn>
                <a:cxn ang="f970">
                  <a:pos x="f1278" y="f1279"/>
                </a:cxn>
                <a:cxn ang="f970">
                  <a:pos x="f1280" y="f1281"/>
                </a:cxn>
                <a:cxn ang="f970">
                  <a:pos x="f1282" y="f1283"/>
                </a:cxn>
                <a:cxn ang="f970">
                  <a:pos x="f1284" y="f1285"/>
                </a:cxn>
                <a:cxn ang="f970">
                  <a:pos x="f1286" y="f1287"/>
                </a:cxn>
                <a:cxn ang="f970">
                  <a:pos x="f1288" y="f1289"/>
                </a:cxn>
                <a:cxn ang="f970">
                  <a:pos x="f1290" y="f1291"/>
                </a:cxn>
                <a:cxn ang="f970">
                  <a:pos x="f1292" y="f1293"/>
                </a:cxn>
                <a:cxn ang="f970">
                  <a:pos x="f1294" y="f1295"/>
                </a:cxn>
                <a:cxn ang="f970">
                  <a:pos x="f1296" y="f1297"/>
                </a:cxn>
                <a:cxn ang="f970">
                  <a:pos x="f1298" y="f1299"/>
                </a:cxn>
                <a:cxn ang="f970">
                  <a:pos x="f1300" y="f1301"/>
                </a:cxn>
                <a:cxn ang="f970">
                  <a:pos x="f1302" y="f1303"/>
                </a:cxn>
                <a:cxn ang="f970">
                  <a:pos x="f1304" y="f1305"/>
                </a:cxn>
                <a:cxn ang="f970">
                  <a:pos x="f1306" y="f1307"/>
                </a:cxn>
                <a:cxn ang="f970">
                  <a:pos x="f1308" y="f1309"/>
                </a:cxn>
                <a:cxn ang="f970">
                  <a:pos x="f1310" y="f1311"/>
                </a:cxn>
                <a:cxn ang="f970">
                  <a:pos x="f1312" y="f1313"/>
                </a:cxn>
                <a:cxn ang="f970">
                  <a:pos x="f1314" y="f1315"/>
                </a:cxn>
                <a:cxn ang="f970">
                  <a:pos x="f1316" y="f1317"/>
                </a:cxn>
                <a:cxn ang="f970">
                  <a:pos x="f1318" y="f1319"/>
                </a:cxn>
                <a:cxn ang="f970">
                  <a:pos x="f1320" y="f1321"/>
                </a:cxn>
                <a:cxn ang="f970">
                  <a:pos x="f1322" y="f1323"/>
                </a:cxn>
                <a:cxn ang="f970">
                  <a:pos x="f1324" y="f1325"/>
                </a:cxn>
                <a:cxn ang="f970">
                  <a:pos x="f1326" y="f1327"/>
                </a:cxn>
                <a:cxn ang="f970">
                  <a:pos x="f1328" y="f1329"/>
                </a:cxn>
                <a:cxn ang="f970">
                  <a:pos x="f1330" y="f1331"/>
                </a:cxn>
                <a:cxn ang="f970">
                  <a:pos x="f1332" y="f1333"/>
                </a:cxn>
                <a:cxn ang="f970">
                  <a:pos x="f1334" y="f1335"/>
                </a:cxn>
                <a:cxn ang="f970">
                  <a:pos x="f1336" y="f1337"/>
                </a:cxn>
                <a:cxn ang="f970">
                  <a:pos x="f1338" y="f1339"/>
                </a:cxn>
                <a:cxn ang="f970">
                  <a:pos x="f1340" y="f1341"/>
                </a:cxn>
                <a:cxn ang="f970">
                  <a:pos x="f1342" y="f1343"/>
                </a:cxn>
                <a:cxn ang="f970">
                  <a:pos x="f1344" y="f1345"/>
                </a:cxn>
                <a:cxn ang="f970">
                  <a:pos x="f1346" y="f1347"/>
                </a:cxn>
                <a:cxn ang="f970">
                  <a:pos x="f1348" y="f1349"/>
                </a:cxn>
                <a:cxn ang="f970">
                  <a:pos x="f1350" y="f1351"/>
                </a:cxn>
                <a:cxn ang="f970">
                  <a:pos x="f1352" y="f1353"/>
                </a:cxn>
                <a:cxn ang="f970">
                  <a:pos x="f1354" y="f1355"/>
                </a:cxn>
                <a:cxn ang="f970">
                  <a:pos x="f1356" y="f1357"/>
                </a:cxn>
                <a:cxn ang="f970">
                  <a:pos x="f1358" y="f1359"/>
                </a:cxn>
                <a:cxn ang="f970">
                  <a:pos x="f1360" y="f1361"/>
                </a:cxn>
                <a:cxn ang="f970">
                  <a:pos x="f1362" y="f1363"/>
                </a:cxn>
                <a:cxn ang="f970">
                  <a:pos x="f1364" y="f1365"/>
                </a:cxn>
                <a:cxn ang="f970">
                  <a:pos x="f1366" y="f1367"/>
                </a:cxn>
                <a:cxn ang="f970">
                  <a:pos x="f1368" y="f1369"/>
                </a:cxn>
                <a:cxn ang="f970">
                  <a:pos x="f1370" y="f1371"/>
                </a:cxn>
                <a:cxn ang="f970">
                  <a:pos x="f1372" y="f1373"/>
                </a:cxn>
                <a:cxn ang="f970">
                  <a:pos x="f1374" y="f1375"/>
                </a:cxn>
                <a:cxn ang="f970">
                  <a:pos x="f1376" y="f1377"/>
                </a:cxn>
                <a:cxn ang="f970">
                  <a:pos x="f1378" y="f1379"/>
                </a:cxn>
                <a:cxn ang="f970">
                  <a:pos x="f1380" y="f1381"/>
                </a:cxn>
                <a:cxn ang="f970">
                  <a:pos x="f1382" y="f1383"/>
                </a:cxn>
                <a:cxn ang="f970">
                  <a:pos x="f1384" y="f1385"/>
                </a:cxn>
                <a:cxn ang="f970">
                  <a:pos x="f1386" y="f1387"/>
                </a:cxn>
                <a:cxn ang="f970">
                  <a:pos x="f1388" y="f1389"/>
                </a:cxn>
                <a:cxn ang="f970">
                  <a:pos x="f1390" y="f1391"/>
                </a:cxn>
                <a:cxn ang="f970">
                  <a:pos x="f1392" y="f1393"/>
                </a:cxn>
                <a:cxn ang="f970">
                  <a:pos x="f1394" y="f1395"/>
                </a:cxn>
                <a:cxn ang="f970">
                  <a:pos x="f1396" y="f1397"/>
                </a:cxn>
                <a:cxn ang="f970">
                  <a:pos x="f1398" y="f1399"/>
                </a:cxn>
                <a:cxn ang="f970">
                  <a:pos x="f1400" y="f1401"/>
                </a:cxn>
                <a:cxn ang="f970">
                  <a:pos x="f1402" y="f1403"/>
                </a:cxn>
                <a:cxn ang="f970">
                  <a:pos x="f1404" y="f1211"/>
                </a:cxn>
                <a:cxn ang="f970">
                  <a:pos x="f1405" y="f1211"/>
                </a:cxn>
                <a:cxn ang="f970">
                  <a:pos x="f1406" y="f1407"/>
                </a:cxn>
                <a:cxn ang="f970">
                  <a:pos x="f1408" y="f1409"/>
                </a:cxn>
                <a:cxn ang="f970">
                  <a:pos x="f1410" y="f1411"/>
                </a:cxn>
                <a:cxn ang="f970">
                  <a:pos x="f1412" y="f1413"/>
                </a:cxn>
                <a:cxn ang="f970">
                  <a:pos x="f1414" y="f1415"/>
                </a:cxn>
                <a:cxn ang="f970">
                  <a:pos x="f1416" y="f1417"/>
                </a:cxn>
                <a:cxn ang="f970">
                  <a:pos x="f1418" y="f1419"/>
                </a:cxn>
                <a:cxn ang="f970">
                  <a:pos x="f1420" y="f1421"/>
                </a:cxn>
                <a:cxn ang="f970">
                  <a:pos x="f1422" y="f1423"/>
                </a:cxn>
                <a:cxn ang="f970">
                  <a:pos x="f1424" y="f1425"/>
                </a:cxn>
                <a:cxn ang="f970">
                  <a:pos x="f1426" y="f1427"/>
                </a:cxn>
                <a:cxn ang="f970">
                  <a:pos x="f1428" y="f1429"/>
                </a:cxn>
                <a:cxn ang="f970">
                  <a:pos x="f1430" y="f1431"/>
                </a:cxn>
                <a:cxn ang="f970">
                  <a:pos x="f1432" y="f1433"/>
                </a:cxn>
                <a:cxn ang="f970">
                  <a:pos x="f1434" y="f1435"/>
                </a:cxn>
                <a:cxn ang="f970">
                  <a:pos x="f1436" y="f1437"/>
                </a:cxn>
                <a:cxn ang="f970">
                  <a:pos x="f1438" y="f1439"/>
                </a:cxn>
                <a:cxn ang="f970">
                  <a:pos x="f1440" y="f1220"/>
                </a:cxn>
                <a:cxn ang="f970">
                  <a:pos x="f1441" y="f1220"/>
                </a:cxn>
                <a:cxn ang="f970">
                  <a:pos x="f1442" y="f1218"/>
                </a:cxn>
                <a:cxn ang="f970">
                  <a:pos x="f1443" y="f1216"/>
                </a:cxn>
                <a:cxn ang="f970">
                  <a:pos x="f1444" y="f1214"/>
                </a:cxn>
              </a:cxnLst>
              <a:rect l="f1206" t="f1209" r="f1207" b="f1208"/>
              <a:pathLst>
                <a:path w="9767847" h="6858000">
                  <a:moveTo>
                    <a:pt x="f8" y="f5"/>
                  </a:moveTo>
                  <a:lnTo>
                    <a:pt x="f9" y="f5"/>
                  </a:lnTo>
                  <a:lnTo>
                    <a:pt x="f10" y="f11"/>
                  </a:lnTo>
                  <a:cubicBezTo>
                    <a:pt x="f12" y="f13"/>
                    <a:pt x="f6" y="f14"/>
                    <a:pt x="f6" y="f15"/>
                  </a:cubicBezTo>
                  <a:cubicBezTo>
                    <a:pt x="f6" y="f16"/>
                    <a:pt x="f17" y="f18"/>
                    <a:pt x="f19" y="f20"/>
                  </a:cubicBezTo>
                  <a:lnTo>
                    <a:pt x="f21" y="f7"/>
                  </a:lnTo>
                  <a:lnTo>
                    <a:pt x="f22" y="f7"/>
                  </a:lnTo>
                  <a:lnTo>
                    <a:pt x="f23" y="f24"/>
                  </a:lnTo>
                  <a:lnTo>
                    <a:pt x="f25" y="f26"/>
                  </a:lnTo>
                  <a:cubicBezTo>
                    <a:pt x="f27" y="f28"/>
                    <a:pt x="f29" y="f30"/>
                    <a:pt x="f31" y="f32"/>
                  </a:cubicBezTo>
                  <a:lnTo>
                    <a:pt x="f33" y="f34"/>
                  </a:lnTo>
                  <a:lnTo>
                    <a:pt x="f35" y="f36"/>
                  </a:lnTo>
                  <a:cubicBezTo>
                    <a:pt x="f37" y="f38"/>
                    <a:pt x="f39" y="f40"/>
                    <a:pt x="f41" y="f42"/>
                  </a:cubicBezTo>
                  <a:lnTo>
                    <a:pt x="f43" y="f44"/>
                  </a:lnTo>
                  <a:cubicBezTo>
                    <a:pt x="f45" y="f46"/>
                    <a:pt x="f47" y="f48"/>
                    <a:pt x="f49" y="f50"/>
                  </a:cubicBezTo>
                  <a:lnTo>
                    <a:pt x="f51" y="f52"/>
                  </a:lnTo>
                  <a:lnTo>
                    <a:pt x="f53" y="f54"/>
                  </a:lnTo>
                  <a:cubicBezTo>
                    <a:pt x="f55" y="f56"/>
                    <a:pt x="f57" y="f58"/>
                    <a:pt x="f59" y="f60"/>
                  </a:cubicBezTo>
                  <a:cubicBezTo>
                    <a:pt x="f61" y="f62"/>
                    <a:pt x="f63" y="f64"/>
                    <a:pt x="f65" y="f66"/>
                  </a:cubicBezTo>
                  <a:cubicBezTo>
                    <a:pt x="f67" y="f68"/>
                    <a:pt x="f69" y="f70"/>
                    <a:pt x="f71" y="f72"/>
                  </a:cubicBezTo>
                  <a:cubicBezTo>
                    <a:pt x="f73" y="f74"/>
                    <a:pt x="f75" y="f76"/>
                    <a:pt x="f77" y="f78"/>
                  </a:cubicBezTo>
                  <a:lnTo>
                    <a:pt x="f79" y="f80"/>
                  </a:lnTo>
                  <a:lnTo>
                    <a:pt x="f81" y="f82"/>
                  </a:lnTo>
                  <a:cubicBezTo>
                    <a:pt x="f83" y="f84"/>
                    <a:pt x="f85" y="f86"/>
                    <a:pt x="f87" y="f88"/>
                  </a:cubicBezTo>
                  <a:cubicBezTo>
                    <a:pt x="f89" y="f90"/>
                    <a:pt x="f91" y="f92"/>
                    <a:pt x="f93" y="f94"/>
                  </a:cubicBezTo>
                  <a:cubicBezTo>
                    <a:pt x="f95" y="f96"/>
                    <a:pt x="f97" y="f98"/>
                    <a:pt x="f99" y="f100"/>
                  </a:cubicBezTo>
                  <a:cubicBezTo>
                    <a:pt x="f101" y="f102"/>
                    <a:pt x="f103" y="f104"/>
                    <a:pt x="f105" y="f106"/>
                  </a:cubicBezTo>
                  <a:cubicBezTo>
                    <a:pt x="f107" y="f108"/>
                    <a:pt x="f109" y="f110"/>
                    <a:pt x="f111" y="f112"/>
                  </a:cubicBezTo>
                  <a:cubicBezTo>
                    <a:pt x="f113" y="f114"/>
                    <a:pt x="f115" y="f116"/>
                    <a:pt x="f117" y="f118"/>
                  </a:cubicBezTo>
                  <a:cubicBezTo>
                    <a:pt x="f119" y="f120"/>
                    <a:pt x="f121" y="f122"/>
                    <a:pt x="f123" y="f124"/>
                  </a:cubicBezTo>
                  <a:lnTo>
                    <a:pt x="f125" y="f126"/>
                  </a:lnTo>
                  <a:lnTo>
                    <a:pt x="f127" y="f128"/>
                  </a:lnTo>
                  <a:cubicBezTo>
                    <a:pt x="f129" y="f130"/>
                    <a:pt x="f131" y="f132"/>
                    <a:pt x="f133" y="f134"/>
                  </a:cubicBezTo>
                  <a:cubicBezTo>
                    <a:pt x="f135" y="f136"/>
                    <a:pt x="f137" y="f138"/>
                    <a:pt x="f139" y="f140"/>
                  </a:cubicBezTo>
                  <a:cubicBezTo>
                    <a:pt x="f141" y="f142"/>
                    <a:pt x="f143" y="f144"/>
                    <a:pt x="f145" y="f146"/>
                  </a:cubicBezTo>
                  <a:cubicBezTo>
                    <a:pt x="f147" y="f148"/>
                    <a:pt x="f149" y="f150"/>
                    <a:pt x="f151" y="f152"/>
                  </a:cubicBezTo>
                  <a:cubicBezTo>
                    <a:pt x="f153" y="f154"/>
                    <a:pt x="f155" y="f156"/>
                    <a:pt x="f157" y="f158"/>
                  </a:cubicBezTo>
                  <a:cubicBezTo>
                    <a:pt x="f159" y="f160"/>
                    <a:pt x="f161" y="f162"/>
                    <a:pt x="f163" y="f164"/>
                  </a:cubicBezTo>
                  <a:lnTo>
                    <a:pt x="f165" y="f166"/>
                  </a:lnTo>
                  <a:lnTo>
                    <a:pt x="f167" y="f168"/>
                  </a:lnTo>
                  <a:lnTo>
                    <a:pt x="f169" y="f170"/>
                  </a:lnTo>
                  <a:lnTo>
                    <a:pt x="f171" y="f172"/>
                  </a:lnTo>
                  <a:lnTo>
                    <a:pt x="f173" y="f174"/>
                  </a:lnTo>
                  <a:lnTo>
                    <a:pt x="f175" y="f176"/>
                  </a:lnTo>
                  <a:lnTo>
                    <a:pt x="f177" y="f178"/>
                  </a:lnTo>
                  <a:lnTo>
                    <a:pt x="f179" y="f180"/>
                  </a:lnTo>
                  <a:lnTo>
                    <a:pt x="f181" y="f182"/>
                  </a:lnTo>
                  <a:cubicBezTo>
                    <a:pt x="f183" y="f184"/>
                    <a:pt x="f185" y="f186"/>
                    <a:pt x="f187" y="f188"/>
                  </a:cubicBezTo>
                  <a:lnTo>
                    <a:pt x="f189" y="f190"/>
                  </a:lnTo>
                  <a:cubicBezTo>
                    <a:pt x="f191" y="f192"/>
                    <a:pt x="f193" y="f194"/>
                    <a:pt x="f195" y="f196"/>
                  </a:cubicBezTo>
                  <a:lnTo>
                    <a:pt x="f197" y="f198"/>
                  </a:lnTo>
                  <a:cubicBezTo>
                    <a:pt x="f199" y="f200"/>
                    <a:pt x="f201" y="f202"/>
                    <a:pt x="f203" y="f204"/>
                  </a:cubicBezTo>
                  <a:cubicBezTo>
                    <a:pt x="f205" y="f206"/>
                    <a:pt x="f207" y="f208"/>
                    <a:pt x="f209" y="f210"/>
                  </a:cubicBezTo>
                  <a:lnTo>
                    <a:pt x="f211" y="f212"/>
                  </a:lnTo>
                  <a:lnTo>
                    <a:pt x="f213" y="f214"/>
                  </a:lnTo>
                  <a:lnTo>
                    <a:pt x="f215" y="f216"/>
                  </a:lnTo>
                  <a:lnTo>
                    <a:pt x="f217" y="f218"/>
                  </a:lnTo>
                  <a:lnTo>
                    <a:pt x="f219" y="f220"/>
                  </a:lnTo>
                  <a:cubicBezTo>
                    <a:pt x="f221" y="f222"/>
                    <a:pt x="f223" y="f224"/>
                    <a:pt x="f225" y="f226"/>
                  </a:cubicBezTo>
                  <a:lnTo>
                    <a:pt x="f227" y="f228"/>
                  </a:lnTo>
                  <a:lnTo>
                    <a:pt x="f229" y="f230"/>
                  </a:lnTo>
                  <a:lnTo>
                    <a:pt x="f231" y="f232"/>
                  </a:lnTo>
                  <a:lnTo>
                    <a:pt x="f233" y="f234"/>
                  </a:lnTo>
                  <a:lnTo>
                    <a:pt x="f235" y="f236"/>
                  </a:lnTo>
                  <a:lnTo>
                    <a:pt x="f237" y="f238"/>
                  </a:lnTo>
                  <a:cubicBezTo>
                    <a:pt x="f239" y="f240"/>
                    <a:pt x="f241" y="f242"/>
                    <a:pt x="f243" y="f244"/>
                  </a:cubicBezTo>
                  <a:lnTo>
                    <a:pt x="f245" y="f246"/>
                  </a:lnTo>
                  <a:cubicBezTo>
                    <a:pt x="f247" y="f248"/>
                    <a:pt x="f249" y="f250"/>
                    <a:pt x="f251" y="f252"/>
                  </a:cubicBezTo>
                  <a:cubicBezTo>
                    <a:pt x="f253" y="f254"/>
                    <a:pt x="f255" y="f256"/>
                    <a:pt x="f257" y="f258"/>
                  </a:cubicBezTo>
                  <a:cubicBezTo>
                    <a:pt x="f259" y="f260"/>
                    <a:pt x="f261" y="f262"/>
                    <a:pt x="f263" y="f264"/>
                  </a:cubicBezTo>
                  <a:lnTo>
                    <a:pt x="f265" y="f266"/>
                  </a:lnTo>
                  <a:lnTo>
                    <a:pt x="f267" y="f268"/>
                  </a:lnTo>
                  <a:cubicBezTo>
                    <a:pt x="f269" y="f270"/>
                    <a:pt x="f271" y="f272"/>
                    <a:pt x="f273" y="f274"/>
                  </a:cubicBezTo>
                  <a:cubicBezTo>
                    <a:pt x="f275" y="f276"/>
                    <a:pt x="f277" y="f278"/>
                    <a:pt x="f279" y="f280"/>
                  </a:cubicBezTo>
                  <a:cubicBezTo>
                    <a:pt x="f281" y="f282"/>
                    <a:pt x="f283" y="f284"/>
                    <a:pt x="f285" y="f286"/>
                  </a:cubicBezTo>
                  <a:lnTo>
                    <a:pt x="f287" y="f288"/>
                  </a:lnTo>
                  <a:lnTo>
                    <a:pt x="f289" y="f290"/>
                  </a:lnTo>
                  <a:cubicBezTo>
                    <a:pt x="f291" y="f292"/>
                    <a:pt x="f293" y="f294"/>
                    <a:pt x="f295" y="f296"/>
                  </a:cubicBezTo>
                  <a:cubicBezTo>
                    <a:pt x="f297" y="f298"/>
                    <a:pt x="f299" y="f300"/>
                    <a:pt x="f301" y="f302"/>
                  </a:cubicBezTo>
                  <a:lnTo>
                    <a:pt x="f303" y="f304"/>
                  </a:lnTo>
                  <a:lnTo>
                    <a:pt x="f305" y="f306"/>
                  </a:lnTo>
                  <a:cubicBezTo>
                    <a:pt x="f307" y="f308"/>
                    <a:pt x="f309" y="f310"/>
                    <a:pt x="f311" y="f312"/>
                  </a:cubicBezTo>
                  <a:cubicBezTo>
                    <a:pt x="f313" y="f314"/>
                    <a:pt x="f315" y="f316"/>
                    <a:pt x="f317" y="f318"/>
                  </a:cubicBezTo>
                  <a:lnTo>
                    <a:pt x="f319" y="f320"/>
                  </a:lnTo>
                  <a:lnTo>
                    <a:pt x="f321" y="f322"/>
                  </a:lnTo>
                  <a:cubicBezTo>
                    <a:pt x="f323" y="f324"/>
                    <a:pt x="f325" y="f326"/>
                    <a:pt x="f327" y="f328"/>
                  </a:cubicBezTo>
                  <a:cubicBezTo>
                    <a:pt x="f329" y="f330"/>
                    <a:pt x="f331" y="f332"/>
                    <a:pt x="f333" y="f334"/>
                  </a:cubicBezTo>
                  <a:lnTo>
                    <a:pt x="f335" y="f336"/>
                  </a:lnTo>
                  <a:lnTo>
                    <a:pt x="f337" y="f338"/>
                  </a:lnTo>
                  <a:lnTo>
                    <a:pt x="f339" y="f340"/>
                  </a:lnTo>
                  <a:cubicBezTo>
                    <a:pt x="f341" y="f342"/>
                    <a:pt x="f343" y="f344"/>
                    <a:pt x="f345" y="f346"/>
                  </a:cubicBezTo>
                  <a:cubicBezTo>
                    <a:pt x="f347" y="f348"/>
                    <a:pt x="f349" y="f350"/>
                    <a:pt x="f351" y="f352"/>
                  </a:cubicBezTo>
                  <a:lnTo>
                    <a:pt x="f353" y="f354"/>
                  </a:lnTo>
                  <a:lnTo>
                    <a:pt x="f355" y="f356"/>
                  </a:lnTo>
                  <a:cubicBezTo>
                    <a:pt x="f357" y="f358"/>
                    <a:pt x="f359" y="f360"/>
                    <a:pt x="f361" y="f362"/>
                  </a:cubicBezTo>
                  <a:cubicBezTo>
                    <a:pt x="f363" y="f364"/>
                    <a:pt x="f365" y="f366"/>
                    <a:pt x="f367" y="f368"/>
                  </a:cubicBezTo>
                  <a:cubicBezTo>
                    <a:pt x="f369" y="f370"/>
                    <a:pt x="f371" y="f372"/>
                    <a:pt x="f373" y="f374"/>
                  </a:cubicBezTo>
                  <a:cubicBezTo>
                    <a:pt x="f375" y="f376"/>
                    <a:pt x="f377" y="f378"/>
                    <a:pt x="f379" y="f380"/>
                  </a:cubicBezTo>
                  <a:close/>
                  <a:moveTo>
                    <a:pt x="f381" y="f5"/>
                  </a:moveTo>
                  <a:lnTo>
                    <a:pt x="f382" y="f5"/>
                  </a:lnTo>
                  <a:lnTo>
                    <a:pt x="f383" y="f384"/>
                  </a:lnTo>
                  <a:cubicBezTo>
                    <a:pt x="f385" y="f386"/>
                    <a:pt x="f387" y="f388"/>
                    <a:pt x="f389" y="f390"/>
                  </a:cubicBezTo>
                  <a:cubicBezTo>
                    <a:pt x="f391" y="f392"/>
                    <a:pt x="f393" y="f394"/>
                    <a:pt x="f395" y="f396"/>
                  </a:cubicBezTo>
                  <a:cubicBezTo>
                    <a:pt x="f397" y="f398"/>
                    <a:pt x="f399" y="f400"/>
                    <a:pt x="f401" y="f402"/>
                  </a:cubicBezTo>
                  <a:cubicBezTo>
                    <a:pt x="f403" y="f404"/>
                    <a:pt x="f405" y="f406"/>
                    <a:pt x="f407" y="f408"/>
                  </a:cubicBezTo>
                  <a:cubicBezTo>
                    <a:pt x="f409" y="f410"/>
                    <a:pt x="f411" y="f412"/>
                    <a:pt x="f413" y="f414"/>
                  </a:cubicBezTo>
                  <a:cubicBezTo>
                    <a:pt x="f415" y="f416"/>
                    <a:pt x="f417" y="f418"/>
                    <a:pt x="f419" y="f420"/>
                  </a:cubicBezTo>
                  <a:cubicBezTo>
                    <a:pt x="f421" y="f422"/>
                    <a:pt x="f423" y="f424"/>
                    <a:pt x="f425" y="f426"/>
                  </a:cubicBezTo>
                  <a:cubicBezTo>
                    <a:pt x="f427" y="f428"/>
                    <a:pt x="f429" y="f430"/>
                    <a:pt x="f431" y="f432"/>
                  </a:cubicBezTo>
                  <a:cubicBezTo>
                    <a:pt x="f433" y="f434"/>
                    <a:pt x="f435" y="f436"/>
                    <a:pt x="f437" y="f438"/>
                  </a:cubicBezTo>
                  <a:cubicBezTo>
                    <a:pt x="f439" y="f440"/>
                    <a:pt x="f441" y="f442"/>
                    <a:pt x="f443" y="f444"/>
                  </a:cubicBezTo>
                  <a:cubicBezTo>
                    <a:pt x="f445" y="f446"/>
                    <a:pt x="f447" y="f448"/>
                    <a:pt x="f449" y="f450"/>
                  </a:cubicBezTo>
                  <a:cubicBezTo>
                    <a:pt x="f451" y="f452"/>
                    <a:pt x="f453" y="f454"/>
                    <a:pt x="f455" y="f456"/>
                  </a:cubicBezTo>
                  <a:cubicBezTo>
                    <a:pt x="f457" y="f458"/>
                    <a:pt x="f459" y="f460"/>
                    <a:pt x="f461" y="f462"/>
                  </a:cubicBezTo>
                  <a:cubicBezTo>
                    <a:pt x="f463" y="f464"/>
                    <a:pt x="f465" y="f466"/>
                    <a:pt x="f467" y="f468"/>
                  </a:cubicBezTo>
                  <a:cubicBezTo>
                    <a:pt x="f469" y="f470"/>
                    <a:pt x="f471" y="f472"/>
                    <a:pt x="f473" y="f474"/>
                  </a:cubicBezTo>
                  <a:cubicBezTo>
                    <a:pt x="f475" y="f476"/>
                    <a:pt x="f477" y="f478"/>
                    <a:pt x="f479" y="f480"/>
                  </a:cubicBezTo>
                  <a:lnTo>
                    <a:pt x="f481" y="f7"/>
                  </a:lnTo>
                  <a:lnTo>
                    <a:pt x="f482" y="f7"/>
                  </a:lnTo>
                  <a:lnTo>
                    <a:pt x="f483" y="f20"/>
                  </a:lnTo>
                  <a:cubicBezTo>
                    <a:pt x="f484" y="f18"/>
                    <a:pt x="f5" y="f16"/>
                    <a:pt x="f5" y="f15"/>
                  </a:cubicBezTo>
                  <a:cubicBezTo>
                    <a:pt x="f5" y="f14"/>
                    <a:pt x="f485" y="f13"/>
                    <a:pt x="f486" y="f11"/>
                  </a:cubicBez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1" compatLnSpc="1">
              <a:noAutofit/>
            </a:bodyPr>
            <a:lstStyle/>
            <a:p>
              <a:pPr marL="0" marR="0" lvl="0" indent="0" algn="ct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Lato"/>
              </a:endParaRPr>
            </a:p>
          </p:txBody>
        </p:sp>
      </p:grpSp>
      <p:sp>
        <p:nvSpPr>
          <p:cNvPr id="13" name="Subtitle 2">
            <a:extLst>
              <a:ext uri="{FF2B5EF4-FFF2-40B4-BE49-F238E27FC236}">
                <a16:creationId xmlns:a16="http://schemas.microsoft.com/office/drawing/2014/main" id="{CF5D109D-127F-10C7-1E98-7E348F9212EB}"/>
              </a:ext>
            </a:extLst>
          </p:cNvPr>
          <p:cNvSpPr txBox="1"/>
          <p:nvPr/>
        </p:nvSpPr>
        <p:spPr>
          <a:xfrm>
            <a:off x="-2086542" y="6484612"/>
            <a:ext cx="6105192" cy="68207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normAutofit/>
          </a:bodyPr>
          <a:lstStyle/>
          <a:p>
            <a:pPr marL="0" marR="0" lvl="0" indent="0" algn="ctr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500" dirty="0">
                <a:solidFill>
                  <a:srgbClr val="505046"/>
                </a:solidFill>
                <a:latin typeface="Lato"/>
              </a:rPr>
              <a:t>Jordan</a:t>
            </a:r>
            <a:r>
              <a:rPr lang="en-US" sz="1500" b="0" i="0" u="none" strike="noStrike" kern="0" cap="none" spc="0" baseline="0" dirty="0">
                <a:solidFill>
                  <a:srgbClr val="505046"/>
                </a:solidFill>
                <a:uFillTx/>
                <a:latin typeface="Lato"/>
              </a:rPr>
              <a:t> Mohindra</a:t>
            </a:r>
            <a:endParaRPr lang="en-US" sz="1500" b="0" i="0" u="none" strike="noStrike" kern="1200" cap="none" spc="0" baseline="0" dirty="0">
              <a:solidFill>
                <a:srgbClr val="505046"/>
              </a:solidFill>
              <a:uFillTx/>
              <a:latin typeface="Lato"/>
            </a:endParaRPr>
          </a:p>
        </p:txBody>
      </p:sp>
      <p:sp>
        <p:nvSpPr>
          <p:cNvPr id="14" name="TextBox 3">
            <a:extLst>
              <a:ext uri="{FF2B5EF4-FFF2-40B4-BE49-F238E27FC236}">
                <a16:creationId xmlns:a16="http://schemas.microsoft.com/office/drawing/2014/main" id="{F274FA0C-E6F1-1F1C-8B6E-6899C3888004}"/>
              </a:ext>
            </a:extLst>
          </p:cNvPr>
          <p:cNvSpPr txBox="1"/>
          <p:nvPr/>
        </p:nvSpPr>
        <p:spPr>
          <a:xfrm>
            <a:off x="-1271502" y="234441"/>
            <a:ext cx="8484889" cy="46166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algn="ctr">
              <a:spcAft>
                <a:spcPts val="600"/>
              </a:spcAf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AU" sz="2400" dirty="0">
                <a:solidFill>
                  <a:srgbClr val="000000"/>
                </a:solidFill>
                <a:ea typeface="+mn-lt"/>
                <a:cs typeface="+mn-lt"/>
              </a:rPr>
              <a:t>ELEC4951 – Research Thesis A Seminar </a:t>
            </a:r>
            <a:endParaRPr lang="en-AU" sz="2400" dirty="0">
              <a:latin typeface="Lato"/>
              <a:ea typeface="Lato"/>
              <a:cs typeface="Lato"/>
            </a:endParaRPr>
          </a:p>
        </p:txBody>
      </p:sp>
      <p:pic>
        <p:nvPicPr>
          <p:cNvPr id="15" name="Picture 2">
            <a:extLst>
              <a:ext uri="{FF2B5EF4-FFF2-40B4-BE49-F238E27FC236}">
                <a16:creationId xmlns:a16="http://schemas.microsoft.com/office/drawing/2014/main" id="{CEA43E97-D9BE-F27C-125C-940CD144ECB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1127790" y="36155"/>
            <a:ext cx="998634" cy="99863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6" name="TextBox 3">
            <a:extLst>
              <a:ext uri="{FF2B5EF4-FFF2-40B4-BE49-F238E27FC236}">
                <a16:creationId xmlns:a16="http://schemas.microsoft.com/office/drawing/2014/main" id="{B49F0029-D4A8-255E-97EB-7B4C002B35CC}"/>
              </a:ext>
            </a:extLst>
          </p:cNvPr>
          <p:cNvSpPr txBox="1"/>
          <p:nvPr/>
        </p:nvSpPr>
        <p:spPr>
          <a:xfrm>
            <a:off x="1581285" y="2363240"/>
            <a:ext cx="9221905" cy="175432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algn="ctr">
              <a:spcAft>
                <a:spcPts val="600"/>
              </a:spcAf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AU" sz="3600" b="1" dirty="0">
                <a:solidFill>
                  <a:srgbClr val="000000"/>
                </a:solidFill>
                <a:ea typeface="+mn-lt"/>
                <a:cs typeface="+mn-lt"/>
              </a:rPr>
              <a:t>Comparison and Implementation of Data Compression Methods for SoC-based Radar Systems</a:t>
            </a:r>
            <a:endParaRPr lang="en-US" sz="3600" b="1" dirty="0"/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77179613-6D69-E468-92BB-DE3DBC457333}"/>
              </a:ext>
            </a:extLst>
          </p:cNvPr>
          <p:cNvSpPr txBox="1"/>
          <p:nvPr/>
        </p:nvSpPr>
        <p:spPr>
          <a:xfrm>
            <a:off x="9323377" y="6480806"/>
            <a:ext cx="2864083" cy="68207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normAutofit/>
          </a:bodyPr>
          <a:lstStyle/>
          <a:p>
            <a:pPr marL="0" marR="0" lvl="0" indent="0" algn="ctr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500" dirty="0">
                <a:solidFill>
                  <a:srgbClr val="505046"/>
                </a:solidFill>
                <a:latin typeface="Lato"/>
              </a:rPr>
              <a:t>Supervisor: Beena Ahmed</a:t>
            </a:r>
            <a:endParaRPr lang="en-US" sz="1500" b="0" i="0" u="none" strike="noStrike" kern="1200" cap="none" spc="0" baseline="0" dirty="0">
              <a:solidFill>
                <a:srgbClr val="505046"/>
              </a:solidFill>
              <a:uFillTx/>
              <a:latin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12C8E204-7B0B-E475-F28D-92370C4453E6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Introduction</a:t>
            </a:r>
            <a:endParaRPr lang="en-AU" dirty="0"/>
          </a:p>
        </p:txBody>
      </p:sp>
      <p:sp>
        <p:nvSpPr>
          <p:cNvPr id="6" name="TextBox 138">
            <a:extLst>
              <a:ext uri="{FF2B5EF4-FFF2-40B4-BE49-F238E27FC236}">
                <a16:creationId xmlns:a16="http://schemas.microsoft.com/office/drawing/2014/main" id="{E6492170-C1CB-F198-849C-899D17B92768}"/>
              </a:ext>
            </a:extLst>
          </p:cNvPr>
          <p:cNvSpPr txBox="1"/>
          <p:nvPr/>
        </p:nvSpPr>
        <p:spPr>
          <a:xfrm>
            <a:off x="3271043" y="2490133"/>
            <a:ext cx="5649913" cy="175432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dirty="0"/>
              <a:t>The rapid expansion of radar sensors in automotive systems creates significant challenges in managing the resulting surge in bandwidth requirements.</a:t>
            </a: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i="1" u="none" strike="noStrike" kern="1200" cap="none" spc="0" baseline="0" dirty="0">
              <a:solidFill>
                <a:srgbClr val="000000"/>
              </a:solidFill>
              <a:uFillTx/>
              <a:latin typeface="Lato"/>
            </a:endParaRPr>
          </a:p>
          <a:p>
            <a:pPr marL="0" marR="0" lvl="0" indent="0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i="1" u="none" strike="noStrike" kern="1200" cap="none" spc="0" baseline="0" dirty="0">
              <a:solidFill>
                <a:srgbClr val="000000"/>
              </a:solidFill>
              <a:uFillTx/>
              <a:latin typeface="Lato"/>
            </a:endParaRP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AU" sz="1800" i="1" u="none" strike="noStrike" kern="1200" cap="none" spc="0" baseline="0" dirty="0">
              <a:solidFill>
                <a:srgbClr val="000000"/>
              </a:solidFill>
              <a:uFillTx/>
              <a:latin typeface="Lato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B1CC94-92F5-80FB-11EE-6489711E1FB4}"/>
              </a:ext>
            </a:extLst>
          </p:cNvPr>
          <p:cNvSpPr txBox="1"/>
          <p:nvPr/>
        </p:nvSpPr>
        <p:spPr>
          <a:xfrm>
            <a:off x="2745582" y="3612118"/>
            <a:ext cx="67008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1" i="1" u="none" strike="noStrike" kern="1200" cap="none" spc="0" baseline="0" dirty="0">
                <a:solidFill>
                  <a:srgbClr val="000000"/>
                </a:solidFill>
                <a:uFillTx/>
                <a:latin typeface="Lato"/>
              </a:rPr>
              <a:t>What does this matter?</a:t>
            </a:r>
            <a:endParaRPr lang="en-US" sz="1800" b="1" i="1" u="none" strike="noStrike" kern="1200" cap="none" spc="0" baseline="0" dirty="0">
              <a:solidFill>
                <a:srgbClr val="000000"/>
              </a:solidFill>
              <a:uFillTx/>
              <a:latin typeface="Lato"/>
              <a:ea typeface="Lato"/>
              <a:cs typeface="Lato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7D1058-5762-D633-B9D1-3838FF28ECF4}"/>
              </a:ext>
            </a:extLst>
          </p:cNvPr>
          <p:cNvSpPr txBox="1"/>
          <p:nvPr/>
        </p:nvSpPr>
        <p:spPr>
          <a:xfrm>
            <a:off x="2745582" y="2071389"/>
            <a:ext cx="67008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1" i="1" u="none" strike="noStrike" kern="1200" cap="none" spc="0" baseline="0" dirty="0">
                <a:solidFill>
                  <a:srgbClr val="000000"/>
                </a:solidFill>
                <a:uFillTx/>
                <a:latin typeface="Lato"/>
              </a:rPr>
              <a:t>Problem</a:t>
            </a:r>
            <a:endParaRPr lang="en-US" sz="1800" b="1" i="1" u="none" strike="noStrike" kern="1200" cap="none" spc="0" baseline="0" dirty="0">
              <a:solidFill>
                <a:srgbClr val="000000"/>
              </a:solidFill>
              <a:uFillTx/>
              <a:latin typeface="Lato"/>
              <a:ea typeface="Lato"/>
              <a:cs typeface="Lato"/>
            </a:endParaRPr>
          </a:p>
        </p:txBody>
      </p:sp>
      <p:sp>
        <p:nvSpPr>
          <p:cNvPr id="11" name="TextBox 138">
            <a:extLst>
              <a:ext uri="{FF2B5EF4-FFF2-40B4-BE49-F238E27FC236}">
                <a16:creationId xmlns:a16="http://schemas.microsoft.com/office/drawing/2014/main" id="{7AAF3D1C-1C03-F5F0-5128-10131D2BCAA1}"/>
              </a:ext>
            </a:extLst>
          </p:cNvPr>
          <p:cNvSpPr txBox="1"/>
          <p:nvPr/>
        </p:nvSpPr>
        <p:spPr>
          <a:xfrm>
            <a:off x="3271042" y="4226272"/>
            <a:ext cx="5649913" cy="120032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285750" marR="0" lvl="0" indent="-28575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u="none" strike="noStrike" kern="1200" cap="none" spc="0" baseline="0" dirty="0">
                <a:solidFill>
                  <a:srgbClr val="000000"/>
                </a:solidFill>
                <a:uFillTx/>
                <a:latin typeface="Lato"/>
              </a:rPr>
              <a:t>Requires more expensive </a:t>
            </a:r>
            <a:r>
              <a:rPr lang="en-US" dirty="0">
                <a:solidFill>
                  <a:srgbClr val="000000"/>
                </a:solidFill>
                <a:latin typeface="Lato"/>
              </a:rPr>
              <a:t>architecture</a:t>
            </a:r>
            <a:endParaRPr lang="en-US" sz="1800" u="none" strike="noStrike" kern="1200" cap="none" spc="0" baseline="0" dirty="0">
              <a:solidFill>
                <a:srgbClr val="000000"/>
              </a:solidFill>
              <a:uFillTx/>
              <a:latin typeface="Lato"/>
            </a:endParaRPr>
          </a:p>
          <a:p>
            <a:pPr marL="285750" marR="0" lvl="0" indent="-28575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dirty="0">
                <a:solidFill>
                  <a:srgbClr val="000000"/>
                </a:solidFill>
                <a:latin typeface="Lato"/>
              </a:rPr>
              <a:t>Higher latency</a:t>
            </a:r>
            <a:endParaRPr lang="en-US" sz="1800" u="none" strike="noStrike" kern="1200" cap="none" spc="0" baseline="0" dirty="0">
              <a:solidFill>
                <a:srgbClr val="000000"/>
              </a:solidFill>
              <a:uFillTx/>
              <a:latin typeface="Lato"/>
            </a:endParaRPr>
          </a:p>
          <a:p>
            <a:pPr marL="285750" marR="0" lvl="0" indent="-28575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u="none" strike="noStrike" kern="1200" cap="none" spc="0" baseline="0" dirty="0">
              <a:solidFill>
                <a:srgbClr val="000000"/>
              </a:solidFill>
              <a:uFillTx/>
              <a:latin typeface="Lato"/>
            </a:endParaRPr>
          </a:p>
          <a:p>
            <a:pPr marL="285750" marR="0" lvl="0" indent="-28575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AU" sz="1800" u="none" strike="noStrike" kern="1200" cap="none" spc="0" baseline="0" dirty="0">
              <a:solidFill>
                <a:srgbClr val="000000"/>
              </a:solidFill>
              <a:uFillTx/>
              <a:latin typeface="La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E9BA76-E8E0-C25E-27B6-7B16AF548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778D39DA-9D06-32CB-4F76-79AB797EF6DC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Introduction</a:t>
            </a:r>
            <a:endParaRPr lang="en-A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1A1A98-A68E-F472-1DCE-B36B01517A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1349" y="1032412"/>
            <a:ext cx="8049301" cy="510211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BA4DDBD-3DF5-EAFF-EA59-697D7785B547}"/>
              </a:ext>
            </a:extLst>
          </p:cNvPr>
          <p:cNvSpPr txBox="1"/>
          <p:nvPr/>
        </p:nvSpPr>
        <p:spPr>
          <a:xfrm>
            <a:off x="2745581" y="6006068"/>
            <a:ext cx="67008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1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SerDes (</a:t>
            </a:r>
            <a:r>
              <a:rPr lang="en-AU" b="1" i="1" kern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Serializer/</a:t>
            </a:r>
            <a:r>
              <a:rPr lang="en-AU" b="1" i="1" kern="0" dirty="0" err="1">
                <a:solidFill>
                  <a:srgbClr val="000000"/>
                </a:solidFill>
                <a:latin typeface="Lato"/>
                <a:ea typeface="Lato"/>
                <a:cs typeface="Lato"/>
              </a:rPr>
              <a:t>Deserializer</a:t>
            </a:r>
            <a:r>
              <a:rPr lang="en-AU" b="1" i="1" kern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)</a:t>
            </a:r>
            <a:r>
              <a:rPr lang="en-US" b="1" i="1" kern="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 </a:t>
            </a:r>
            <a:r>
              <a:rPr lang="en-US" b="1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Architecture</a:t>
            </a:r>
            <a:endParaRPr lang="en-US" sz="1800" b="1" i="1" u="none" strike="noStrike" kern="1200" cap="none" spc="0" baseline="0" dirty="0">
              <a:solidFill>
                <a:srgbClr val="000000"/>
              </a:solidFill>
              <a:uFillTx/>
              <a:latin typeface="Lato"/>
              <a:ea typeface="Lato"/>
              <a:cs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0738447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C53D4-1655-64E6-3FBF-AFB592720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BEC6F1F-2347-36A9-0D65-6E55301612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8304" y="1038226"/>
            <a:ext cx="8263921" cy="5117996"/>
          </a:xfrm>
          <a:prstGeom prst="rect">
            <a:avLst/>
          </a:prstGeom>
        </p:spPr>
      </p:pic>
      <p:sp>
        <p:nvSpPr>
          <p:cNvPr id="2" name="Title 2">
            <a:extLst>
              <a:ext uri="{FF2B5EF4-FFF2-40B4-BE49-F238E27FC236}">
                <a16:creationId xmlns:a16="http://schemas.microsoft.com/office/drawing/2014/main" id="{FB07159D-9585-5AE2-7C22-54C6BD215DAC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Introduction</a:t>
            </a:r>
            <a:endParaRPr lang="en-A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B9DF19-495B-6FA7-974E-DBC3131D2451}"/>
              </a:ext>
            </a:extLst>
          </p:cNvPr>
          <p:cNvSpPr txBox="1"/>
          <p:nvPr/>
        </p:nvSpPr>
        <p:spPr>
          <a:xfrm>
            <a:off x="2699846" y="5345668"/>
            <a:ext cx="67008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1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Compression Solution</a:t>
            </a:r>
            <a:endParaRPr lang="en-US" sz="1800" b="1" i="1" u="none" strike="noStrike" kern="1200" cap="none" spc="0" baseline="0" dirty="0">
              <a:solidFill>
                <a:srgbClr val="000000"/>
              </a:solidFill>
              <a:uFillTx/>
              <a:latin typeface="Lato"/>
              <a:ea typeface="Lato"/>
              <a:cs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7658451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DEB0CA-E13A-AED1-E2A0-2D11C2F6B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D81A95D6-A8BA-FA7C-F9B2-0BF6DA07A694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Technical Background - Radar</a:t>
            </a:r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BEAF57-C7D7-609A-2725-F08DA331DB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04851"/>
            <a:ext cx="7768563" cy="4498328"/>
          </a:xfrm>
          <a:prstGeom prst="rect">
            <a:avLst/>
          </a:prstGeom>
        </p:spPr>
      </p:pic>
      <p:pic>
        <p:nvPicPr>
          <p:cNvPr id="1026" name="Picture 2" descr="MIMO radar concept: Virtual array formed by the convolution of the... |  Download Scientific Diagram">
            <a:extLst>
              <a:ext uri="{FF2B5EF4-FFF2-40B4-BE49-F238E27FC236}">
                <a16:creationId xmlns:a16="http://schemas.microsoft.com/office/drawing/2014/main" id="{AD24992E-4C84-CC06-2AC2-AD32799982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89444" y="2482452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31324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76A91F-8253-4011-0CA4-A79A7435D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F9F7E0F3-D486-1155-3DAB-3E143675D161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Technical Background – Compression Algorithm Metrics</a:t>
            </a:r>
            <a:endParaRPr lang="en-AU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EE99037-5BB6-A0FD-FE68-0832FDEBA7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2336427"/>
              </p:ext>
            </p:extLst>
          </p:nvPr>
        </p:nvGraphicFramePr>
        <p:xfrm>
          <a:off x="4741333" y="2181860"/>
          <a:ext cx="2709333" cy="286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40346057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Compression Algorithm Metrics 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09192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Compression Ratio (CR)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26377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False Positive (FP)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71473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False Negative (FN)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63436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Noise Floor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30200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SNR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9921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Latency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5791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00719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F8A2D1-7C37-A060-43AF-FCA8843892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09E09B2D-5F97-860F-1E26-65E127A50422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Existing Compression Algorithms</a:t>
            </a:r>
            <a:endParaRPr lang="en-AU" dirty="0"/>
          </a:p>
        </p:txBody>
      </p:sp>
      <p:pic>
        <p:nvPicPr>
          <p:cNvPr id="2050" name="Picture 2" descr="Texas Instruments to acquire Silicon Labs">
            <a:extLst>
              <a:ext uri="{FF2B5EF4-FFF2-40B4-BE49-F238E27FC236}">
                <a16:creationId xmlns:a16="http://schemas.microsoft.com/office/drawing/2014/main" id="{C9F9968C-9803-9673-8CFE-A1722A037F4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351" b="33707"/>
          <a:stretch/>
        </p:blipFill>
        <p:spPr bwMode="auto">
          <a:xfrm>
            <a:off x="424757" y="1158843"/>
            <a:ext cx="3810000" cy="1122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NXP Semiconductors - Wikipedia">
            <a:extLst>
              <a:ext uri="{FF2B5EF4-FFF2-40B4-BE49-F238E27FC236}">
                <a16:creationId xmlns:a16="http://schemas.microsoft.com/office/drawing/2014/main" id="{537EA2D3-25A7-8BEF-471A-B2AC77A1C4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6445" y="1305820"/>
            <a:ext cx="2381250" cy="828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Infineon Technologies Austria - Wikipedia">
            <a:extLst>
              <a:ext uri="{FF2B5EF4-FFF2-40B4-BE49-F238E27FC236}">
                <a16:creationId xmlns:a16="http://schemas.microsoft.com/office/drawing/2014/main" id="{A9A56244-6FCA-7AF5-5A3F-71FC42E6B3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3673" y="1028565"/>
            <a:ext cx="3133585" cy="1383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9D7C933-BF52-0B86-B061-56FB81136C1E}"/>
              </a:ext>
            </a:extLst>
          </p:cNvPr>
          <p:cNvSpPr txBox="1"/>
          <p:nvPr/>
        </p:nvSpPr>
        <p:spPr>
          <a:xfrm>
            <a:off x="1249378" y="2393642"/>
            <a:ext cx="28699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Exponential Golomb Encoding (EGE)</a:t>
            </a:r>
            <a:endParaRPr lang="en-A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6B8929-7985-4EAF-2A27-CA9D8FE0A4D0}"/>
              </a:ext>
            </a:extLst>
          </p:cNvPr>
          <p:cNvSpPr txBox="1"/>
          <p:nvPr/>
        </p:nvSpPr>
        <p:spPr>
          <a:xfrm>
            <a:off x="5764041" y="2551682"/>
            <a:ext cx="2869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CPX</a:t>
            </a:r>
            <a:endParaRPr lang="en-A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D72FF2-65A6-A476-A1CF-117F1ADB0051}"/>
              </a:ext>
            </a:extLst>
          </p:cNvPr>
          <p:cNvSpPr txBox="1"/>
          <p:nvPr/>
        </p:nvSpPr>
        <p:spPr>
          <a:xfrm>
            <a:off x="9791325" y="2551682"/>
            <a:ext cx="2869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CMPR</a:t>
            </a:r>
            <a:endParaRPr lang="en-AU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A90B068-67FD-6C97-D53A-B3AA57C0017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7014" y="3746897"/>
            <a:ext cx="5531229" cy="30756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5CCA3EC-B46C-B5EC-6E3E-2939E571CE9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0209" y="3746897"/>
            <a:ext cx="4716236" cy="31808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819D161-1FF9-0DD1-365B-96510333AB04}"/>
              </a:ext>
            </a:extLst>
          </p:cNvPr>
          <p:cNvSpPr txBox="1"/>
          <p:nvPr/>
        </p:nvSpPr>
        <p:spPr>
          <a:xfrm>
            <a:off x="2329757" y="4116229"/>
            <a:ext cx="2869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DRHE</a:t>
            </a:r>
            <a:endParaRPr lang="en-AU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BFC814-58BB-112C-2B68-E9685036A9AA}"/>
              </a:ext>
            </a:extLst>
          </p:cNvPr>
          <p:cNvSpPr txBox="1"/>
          <p:nvPr/>
        </p:nvSpPr>
        <p:spPr>
          <a:xfrm>
            <a:off x="8585490" y="3970955"/>
            <a:ext cx="2869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AdaRadar</a:t>
            </a:r>
            <a:endParaRPr lang="en-AU" dirty="0"/>
          </a:p>
        </p:txBody>
      </p:sp>
      <p:pic>
        <p:nvPicPr>
          <p:cNvPr id="2056" name="Picture 8" descr="What is a JPEG? Everything You Need to Know | PetaPixel">
            <a:extLst>
              <a:ext uri="{FF2B5EF4-FFF2-40B4-BE49-F238E27FC236}">
                <a16:creationId xmlns:a16="http://schemas.microsoft.com/office/drawing/2014/main" id="{9433EE99-5996-3DA2-1BDC-EEB809B1C82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630" t="14458" r="32734" b="13795"/>
          <a:stretch/>
        </p:blipFill>
        <p:spPr bwMode="auto">
          <a:xfrm>
            <a:off x="2886543" y="4957231"/>
            <a:ext cx="1004934" cy="10928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4ADD240-3300-7833-B86B-04C6F726F49E}"/>
              </a:ext>
            </a:extLst>
          </p:cNvPr>
          <p:cNvSpPr txBox="1"/>
          <p:nvPr/>
        </p:nvSpPr>
        <p:spPr>
          <a:xfrm>
            <a:off x="2625248" y="6074928"/>
            <a:ext cx="2869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JPEG2000</a:t>
            </a:r>
            <a:endParaRPr lang="en-AU" dirty="0"/>
          </a:p>
        </p:txBody>
      </p:sp>
      <p:pic>
        <p:nvPicPr>
          <p:cNvPr id="2058" name="Picture 10" descr="Stream NASA | Listen to podcast episodes online for free on SoundCloud">
            <a:extLst>
              <a:ext uri="{FF2B5EF4-FFF2-40B4-BE49-F238E27FC236}">
                <a16:creationId xmlns:a16="http://schemas.microsoft.com/office/drawing/2014/main" id="{D9EC7D38-26C3-FFC8-CDF7-00D523C8CF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4814" y="4452094"/>
            <a:ext cx="1622834" cy="1622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56D2A76-3F6F-887E-D4FB-518170FC7515}"/>
              </a:ext>
            </a:extLst>
          </p:cNvPr>
          <p:cNvSpPr txBox="1"/>
          <p:nvPr/>
        </p:nvSpPr>
        <p:spPr>
          <a:xfrm>
            <a:off x="7835771" y="6002069"/>
            <a:ext cx="2869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BAQ</a:t>
            </a:r>
            <a:endParaRPr lang="en-AU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D77668D-947F-72DB-A0BB-068C586F3AC5}"/>
              </a:ext>
            </a:extLst>
          </p:cNvPr>
          <p:cNvSpPr txBox="1"/>
          <p:nvPr/>
        </p:nvSpPr>
        <p:spPr>
          <a:xfrm>
            <a:off x="2865939" y="2670641"/>
            <a:ext cx="4425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[1]</a:t>
            </a:r>
            <a:endParaRPr lang="en-AU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014FF0B-6C62-1681-F7AE-5588B22FC559}"/>
              </a:ext>
            </a:extLst>
          </p:cNvPr>
          <p:cNvSpPr txBox="1"/>
          <p:nvPr/>
        </p:nvSpPr>
        <p:spPr>
          <a:xfrm>
            <a:off x="6238710" y="2551682"/>
            <a:ext cx="4425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[2]</a:t>
            </a:r>
            <a:endParaRPr lang="en-AU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FFC3AD7-BE68-98F6-F598-E6DBBBCEB889}"/>
              </a:ext>
            </a:extLst>
          </p:cNvPr>
          <p:cNvSpPr txBox="1"/>
          <p:nvPr/>
        </p:nvSpPr>
        <p:spPr>
          <a:xfrm>
            <a:off x="10500039" y="2557533"/>
            <a:ext cx="4425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[3]</a:t>
            </a:r>
            <a:endParaRPr lang="en-AU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836BF0B-E79D-92C8-78D6-40FC6E2C9DB7}"/>
              </a:ext>
            </a:extLst>
          </p:cNvPr>
          <p:cNvSpPr txBox="1"/>
          <p:nvPr/>
        </p:nvSpPr>
        <p:spPr>
          <a:xfrm>
            <a:off x="2970800" y="4106092"/>
            <a:ext cx="4425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[4]</a:t>
            </a:r>
            <a:endParaRPr lang="en-AU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F5D7B08-9BBA-EEB0-4273-E87DCE78F662}"/>
              </a:ext>
            </a:extLst>
          </p:cNvPr>
          <p:cNvSpPr txBox="1"/>
          <p:nvPr/>
        </p:nvSpPr>
        <p:spPr>
          <a:xfrm>
            <a:off x="9640951" y="3966787"/>
            <a:ext cx="4425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[5]</a:t>
            </a:r>
            <a:endParaRPr lang="en-AU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CBC404A-C695-1D01-6DC0-6A02D9B8A36E}"/>
              </a:ext>
            </a:extLst>
          </p:cNvPr>
          <p:cNvSpPr txBox="1"/>
          <p:nvPr/>
        </p:nvSpPr>
        <p:spPr>
          <a:xfrm>
            <a:off x="3673955" y="6046712"/>
            <a:ext cx="4425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[6]</a:t>
            </a:r>
            <a:endParaRPr lang="en-AU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B009D61-9230-7B3E-01D1-173C717FFC60}"/>
              </a:ext>
            </a:extLst>
          </p:cNvPr>
          <p:cNvSpPr txBox="1"/>
          <p:nvPr/>
        </p:nvSpPr>
        <p:spPr>
          <a:xfrm>
            <a:off x="8364198" y="6002069"/>
            <a:ext cx="4425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[7]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621092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FE6F3F-15F3-5681-502E-68F8CC32A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711020BC-E2D6-ACF0-CCE9-A3B1BA3A0BD0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Related Work – Masters Thesis </a:t>
            </a:r>
            <a:endParaRPr lang="en-A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197C35-09B9-9CAA-71BF-190872FB1E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9583" y="1857203"/>
            <a:ext cx="5732834" cy="21114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D1576D4-3283-2EC8-3284-0C2B9513A421}"/>
              </a:ext>
            </a:extLst>
          </p:cNvPr>
          <p:cNvSpPr txBox="1"/>
          <p:nvPr/>
        </p:nvSpPr>
        <p:spPr>
          <a:xfrm>
            <a:off x="2745581" y="1406464"/>
            <a:ext cx="67008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1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Simulation Results</a:t>
            </a:r>
            <a:endParaRPr lang="en-US" sz="1800" b="1" i="1" u="none" strike="noStrike" kern="1200" cap="none" spc="0" baseline="0" dirty="0">
              <a:solidFill>
                <a:srgbClr val="000000"/>
              </a:solidFill>
              <a:uFillTx/>
              <a:latin typeface="Lato"/>
              <a:ea typeface="Lato"/>
              <a:cs typeface="Lato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12A5966-D9FB-5FDE-7AAC-B653D579C8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6590" y="4484487"/>
            <a:ext cx="5938817" cy="119530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C45B4D1-0F3A-21FC-19F3-A99BCC565CA5}"/>
              </a:ext>
            </a:extLst>
          </p:cNvPr>
          <p:cNvSpPr txBox="1"/>
          <p:nvPr/>
        </p:nvSpPr>
        <p:spPr>
          <a:xfrm>
            <a:off x="2745581" y="4050109"/>
            <a:ext cx="67008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b="1" i="1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Hardware Implementation Results </a:t>
            </a:r>
            <a:endParaRPr lang="en-US" sz="1800" b="1" i="1" u="none" strike="noStrike" kern="1200" cap="none" spc="0" baseline="0" dirty="0">
              <a:solidFill>
                <a:srgbClr val="000000"/>
              </a:solidFill>
              <a:uFillTx/>
              <a:latin typeface="Lato"/>
              <a:ea typeface="Lato"/>
              <a:cs typeface="Lato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447306-C395-AD50-B528-2FD87CB1AEEC}"/>
              </a:ext>
            </a:extLst>
          </p:cNvPr>
          <p:cNvSpPr txBox="1"/>
          <p:nvPr/>
        </p:nvSpPr>
        <p:spPr>
          <a:xfrm>
            <a:off x="6986658" y="1406464"/>
            <a:ext cx="4425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[8]</a:t>
            </a:r>
            <a:endParaRPr lang="en-A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0E15F0-456E-D770-44A7-DB83FBBD4C20}"/>
              </a:ext>
            </a:extLst>
          </p:cNvPr>
          <p:cNvSpPr txBox="1"/>
          <p:nvPr/>
        </p:nvSpPr>
        <p:spPr>
          <a:xfrm>
            <a:off x="7776770" y="4050109"/>
            <a:ext cx="4425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[8]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912897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093748-8ECA-F0C9-EE00-777C3996B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5C68FDDF-F7DD-4644-5F1B-C8401C0F2EE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Related Work – Gaps</a:t>
            </a:r>
            <a:endParaRPr lang="en-AU" dirty="0"/>
          </a:p>
        </p:txBody>
      </p:sp>
      <p:pic>
        <p:nvPicPr>
          <p:cNvPr id="5" name="Picture 4" descr="NXP Semiconductors - Wikipedia">
            <a:extLst>
              <a:ext uri="{FF2B5EF4-FFF2-40B4-BE49-F238E27FC236}">
                <a16:creationId xmlns:a16="http://schemas.microsoft.com/office/drawing/2014/main" id="{799831EF-4CD6-EC0B-F2D0-20C2C207A8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5208" y="1781685"/>
            <a:ext cx="2381250" cy="828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29C2BE9-A62D-C450-8ED3-469384499E52}"/>
              </a:ext>
            </a:extLst>
          </p:cNvPr>
          <p:cNvSpPr txBox="1"/>
          <p:nvPr/>
        </p:nvSpPr>
        <p:spPr>
          <a:xfrm>
            <a:off x="6331484" y="2716054"/>
            <a:ext cx="2869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CPX</a:t>
            </a:r>
            <a:endParaRPr lang="en-AU" dirty="0"/>
          </a:p>
        </p:txBody>
      </p:sp>
      <p:pic>
        <p:nvPicPr>
          <p:cNvPr id="7" name="Picture 10" descr="Stream NASA | Listen to podcast episodes online for free on SoundCloud">
            <a:extLst>
              <a:ext uri="{FF2B5EF4-FFF2-40B4-BE49-F238E27FC236}">
                <a16:creationId xmlns:a16="http://schemas.microsoft.com/office/drawing/2014/main" id="{E4C935EA-0946-7AD5-5071-0387C680DE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8965" y="1135076"/>
            <a:ext cx="1622834" cy="1622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C8D3023-4EF1-D6EC-C1AA-0BE7D324C701}"/>
              </a:ext>
            </a:extLst>
          </p:cNvPr>
          <p:cNvSpPr txBox="1"/>
          <p:nvPr/>
        </p:nvSpPr>
        <p:spPr>
          <a:xfrm>
            <a:off x="8527131" y="2721185"/>
            <a:ext cx="2869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BAQ</a:t>
            </a:r>
            <a:endParaRPr lang="en-AU" dirty="0"/>
          </a:p>
        </p:txBody>
      </p:sp>
      <p:pic>
        <p:nvPicPr>
          <p:cNvPr id="10" name="Picture 8" descr="What is a JPEG? Everything You Need to Know | PetaPixel">
            <a:extLst>
              <a:ext uri="{FF2B5EF4-FFF2-40B4-BE49-F238E27FC236}">
                <a16:creationId xmlns:a16="http://schemas.microsoft.com/office/drawing/2014/main" id="{BE90166A-FEFD-AC58-BB69-640EA2F216F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630" t="14458" r="32734" b="13795"/>
          <a:stretch/>
        </p:blipFill>
        <p:spPr bwMode="auto">
          <a:xfrm>
            <a:off x="10729090" y="1562936"/>
            <a:ext cx="1004934" cy="10928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96419C5-BE97-782F-AF4B-958526ADDD3A}"/>
              </a:ext>
            </a:extLst>
          </p:cNvPr>
          <p:cNvSpPr txBox="1"/>
          <p:nvPr/>
        </p:nvSpPr>
        <p:spPr>
          <a:xfrm>
            <a:off x="10849163" y="2716054"/>
            <a:ext cx="2869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JPEG</a:t>
            </a:r>
            <a:endParaRPr lang="en-AU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91D7583-1E4E-CF22-19D0-05D092813553}"/>
              </a:ext>
            </a:extLst>
          </p:cNvPr>
          <p:cNvSpPr txBox="1"/>
          <p:nvPr/>
        </p:nvSpPr>
        <p:spPr>
          <a:xfrm>
            <a:off x="8668845" y="3377565"/>
            <a:ext cx="2869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AdaRadar</a:t>
            </a:r>
            <a:endParaRPr lang="en-AU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0D7BF41-D906-979B-E4A0-FF3EB344A65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7014" y="3746897"/>
            <a:ext cx="5531229" cy="30756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79EC07D-25FC-471D-3CE7-E4FA1F421140}"/>
              </a:ext>
            </a:extLst>
          </p:cNvPr>
          <p:cNvSpPr txBox="1"/>
          <p:nvPr/>
        </p:nvSpPr>
        <p:spPr>
          <a:xfrm>
            <a:off x="343421" y="2109374"/>
            <a:ext cx="3908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3. Other Compression Algorithms</a:t>
            </a:r>
            <a:endParaRPr lang="en-AU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99D5401-8D2F-0E6F-25A1-A7F9284F2E9B}"/>
              </a:ext>
            </a:extLst>
          </p:cNvPr>
          <p:cNvSpPr txBox="1"/>
          <p:nvPr/>
        </p:nvSpPr>
        <p:spPr>
          <a:xfrm>
            <a:off x="343421" y="1378270"/>
            <a:ext cx="3908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1. Fixed vs Float Quantization Error</a:t>
            </a:r>
            <a:endParaRPr lang="en-AU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A18580A-3AE8-0B11-9601-27D86ADB7248}"/>
              </a:ext>
            </a:extLst>
          </p:cNvPr>
          <p:cNvSpPr txBox="1"/>
          <p:nvPr/>
        </p:nvSpPr>
        <p:spPr>
          <a:xfrm>
            <a:off x="343421" y="1740042"/>
            <a:ext cx="3908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2. Decompression </a:t>
            </a:r>
            <a:endParaRPr lang="en-AU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6D784D-CB4E-D3CD-EEF0-9095262A4E35}"/>
              </a:ext>
            </a:extLst>
          </p:cNvPr>
          <p:cNvSpPr txBox="1"/>
          <p:nvPr/>
        </p:nvSpPr>
        <p:spPr>
          <a:xfrm>
            <a:off x="6802641" y="2709404"/>
            <a:ext cx="4425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[2]</a:t>
            </a:r>
            <a:endParaRPr lang="en-A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910840-95AE-1D21-75DA-224E1ABF902C}"/>
              </a:ext>
            </a:extLst>
          </p:cNvPr>
          <p:cNvSpPr txBox="1"/>
          <p:nvPr/>
        </p:nvSpPr>
        <p:spPr>
          <a:xfrm>
            <a:off x="9016424" y="2716054"/>
            <a:ext cx="4425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[7]</a:t>
            </a:r>
            <a:endParaRPr lang="en-A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0C75B8-0808-9EB4-E193-0A10B7A8A6E1}"/>
              </a:ext>
            </a:extLst>
          </p:cNvPr>
          <p:cNvSpPr txBox="1"/>
          <p:nvPr/>
        </p:nvSpPr>
        <p:spPr>
          <a:xfrm>
            <a:off x="11397080" y="2716054"/>
            <a:ext cx="4425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[6]</a:t>
            </a:r>
            <a:endParaRPr lang="en-AU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CAC966F-F7C9-D7D9-D652-1CD4C742DE64}"/>
              </a:ext>
            </a:extLst>
          </p:cNvPr>
          <p:cNvSpPr txBox="1"/>
          <p:nvPr/>
        </p:nvSpPr>
        <p:spPr>
          <a:xfrm>
            <a:off x="9740813" y="3414290"/>
            <a:ext cx="4425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[5]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009940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98F197-C3CB-AD05-0066-434E1F5CE1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38D767BC-A878-B656-576D-0E19DE972243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My Thesis</a:t>
            </a:r>
            <a:endParaRPr lang="en-AU" dirty="0"/>
          </a:p>
        </p:txBody>
      </p:sp>
      <p:pic>
        <p:nvPicPr>
          <p:cNvPr id="5" name="Picture 4" descr="NXP Semiconductors - Wikipedia">
            <a:extLst>
              <a:ext uri="{FF2B5EF4-FFF2-40B4-BE49-F238E27FC236}">
                <a16:creationId xmlns:a16="http://schemas.microsoft.com/office/drawing/2014/main" id="{2B9ADFC6-CE7D-EF68-0DB5-0E6392B828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5208" y="1781685"/>
            <a:ext cx="2381250" cy="828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00367AE-8F4D-0855-FE26-1347725F8945}"/>
              </a:ext>
            </a:extLst>
          </p:cNvPr>
          <p:cNvSpPr txBox="1"/>
          <p:nvPr/>
        </p:nvSpPr>
        <p:spPr>
          <a:xfrm>
            <a:off x="6331484" y="2716054"/>
            <a:ext cx="2869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CPX</a:t>
            </a:r>
            <a:endParaRPr lang="en-AU" dirty="0"/>
          </a:p>
        </p:txBody>
      </p:sp>
      <p:pic>
        <p:nvPicPr>
          <p:cNvPr id="7" name="Picture 10" descr="Stream NASA | Listen to podcast episodes online for free on SoundCloud">
            <a:extLst>
              <a:ext uri="{FF2B5EF4-FFF2-40B4-BE49-F238E27FC236}">
                <a16:creationId xmlns:a16="http://schemas.microsoft.com/office/drawing/2014/main" id="{EB38C923-8DBE-8416-75AF-8522E2CFD7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8965" y="1135076"/>
            <a:ext cx="1622834" cy="1622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C5557F7-FB9C-623D-4DC8-3DD84FB54AEF}"/>
              </a:ext>
            </a:extLst>
          </p:cNvPr>
          <p:cNvSpPr txBox="1"/>
          <p:nvPr/>
        </p:nvSpPr>
        <p:spPr>
          <a:xfrm>
            <a:off x="8527131" y="2721185"/>
            <a:ext cx="2869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BAQ</a:t>
            </a:r>
            <a:endParaRPr lang="en-AU" dirty="0"/>
          </a:p>
        </p:txBody>
      </p:sp>
      <p:pic>
        <p:nvPicPr>
          <p:cNvPr id="10" name="Picture 8" descr="What is a JPEG? Everything You Need to Know | PetaPixel">
            <a:extLst>
              <a:ext uri="{FF2B5EF4-FFF2-40B4-BE49-F238E27FC236}">
                <a16:creationId xmlns:a16="http://schemas.microsoft.com/office/drawing/2014/main" id="{9AF8A7F3-9B28-4D48-5FC4-ED0295552A7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630" t="14458" r="32734" b="13795"/>
          <a:stretch/>
        </p:blipFill>
        <p:spPr bwMode="auto">
          <a:xfrm>
            <a:off x="10729090" y="1562936"/>
            <a:ext cx="1004934" cy="10928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4523B29-5904-8604-BCD1-0EBD19D781D1}"/>
              </a:ext>
            </a:extLst>
          </p:cNvPr>
          <p:cNvSpPr txBox="1"/>
          <p:nvPr/>
        </p:nvSpPr>
        <p:spPr>
          <a:xfrm>
            <a:off x="10849163" y="2716054"/>
            <a:ext cx="2869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JPEG</a:t>
            </a:r>
            <a:endParaRPr lang="en-AU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50789E1-9E9F-3066-A412-001D7DA17863}"/>
              </a:ext>
            </a:extLst>
          </p:cNvPr>
          <p:cNvSpPr txBox="1"/>
          <p:nvPr/>
        </p:nvSpPr>
        <p:spPr>
          <a:xfrm>
            <a:off x="8668845" y="3377565"/>
            <a:ext cx="2869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AdaRadar</a:t>
            </a:r>
            <a:endParaRPr lang="en-AU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991D1A1-46B5-7A90-27CB-766F5B91BF0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7014" y="3746897"/>
            <a:ext cx="5531229" cy="30756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E09645A-D804-F330-4DA5-F09260EB54A0}"/>
              </a:ext>
            </a:extLst>
          </p:cNvPr>
          <p:cNvSpPr txBox="1"/>
          <p:nvPr/>
        </p:nvSpPr>
        <p:spPr>
          <a:xfrm>
            <a:off x="343421" y="2109374"/>
            <a:ext cx="3908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3. Other Compression Algorithms</a:t>
            </a:r>
            <a:endParaRPr lang="en-AU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2FE6EE7-F312-410A-4A68-A2401AD8C5F0}"/>
              </a:ext>
            </a:extLst>
          </p:cNvPr>
          <p:cNvSpPr txBox="1"/>
          <p:nvPr/>
        </p:nvSpPr>
        <p:spPr>
          <a:xfrm>
            <a:off x="343421" y="1378270"/>
            <a:ext cx="3908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1. Fixed vs Float Quantization Error</a:t>
            </a:r>
            <a:endParaRPr lang="en-AU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6350FF3-C76A-0C27-AA73-F362ED73704D}"/>
              </a:ext>
            </a:extLst>
          </p:cNvPr>
          <p:cNvSpPr txBox="1"/>
          <p:nvPr/>
        </p:nvSpPr>
        <p:spPr>
          <a:xfrm>
            <a:off x="343421" y="1740042"/>
            <a:ext cx="3908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2. Decompression </a:t>
            </a:r>
            <a:endParaRPr lang="en-AU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63671D-2501-7261-0A94-23CA531AD76C}"/>
              </a:ext>
            </a:extLst>
          </p:cNvPr>
          <p:cNvSpPr txBox="1"/>
          <p:nvPr/>
        </p:nvSpPr>
        <p:spPr>
          <a:xfrm>
            <a:off x="6802641" y="2709404"/>
            <a:ext cx="4425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[2]</a:t>
            </a:r>
            <a:endParaRPr lang="en-A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D291D3-22E9-3CB2-A8D1-258F09E20397}"/>
              </a:ext>
            </a:extLst>
          </p:cNvPr>
          <p:cNvSpPr txBox="1"/>
          <p:nvPr/>
        </p:nvSpPr>
        <p:spPr>
          <a:xfrm>
            <a:off x="9016424" y="2716054"/>
            <a:ext cx="4425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[7]</a:t>
            </a:r>
            <a:endParaRPr lang="en-A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14C692-9E82-1EEC-10E1-70A3637D9770}"/>
              </a:ext>
            </a:extLst>
          </p:cNvPr>
          <p:cNvSpPr txBox="1"/>
          <p:nvPr/>
        </p:nvSpPr>
        <p:spPr>
          <a:xfrm>
            <a:off x="11397080" y="2716054"/>
            <a:ext cx="4425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[6]</a:t>
            </a:r>
            <a:endParaRPr lang="en-AU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375F709-9932-153E-F543-89D8021CCE63}"/>
              </a:ext>
            </a:extLst>
          </p:cNvPr>
          <p:cNvSpPr txBox="1"/>
          <p:nvPr/>
        </p:nvSpPr>
        <p:spPr>
          <a:xfrm>
            <a:off x="9740813" y="3414290"/>
            <a:ext cx="4425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[5]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210941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27FACA-2962-7006-B563-BEB355B77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0C4362A5-B02F-6548-079C-66701B8E2F32}"/>
              </a:ext>
            </a:extLst>
          </p:cNvPr>
          <p:cNvSpPr txBox="1"/>
          <p:nvPr/>
        </p:nvSpPr>
        <p:spPr>
          <a:xfrm>
            <a:off x="343421" y="1378270"/>
            <a:ext cx="3908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1. Fixed vs Float Quantization Error</a:t>
            </a:r>
            <a:endParaRPr lang="en-AU" b="1" dirty="0"/>
          </a:p>
        </p:txBody>
      </p:sp>
      <p:pic>
        <p:nvPicPr>
          <p:cNvPr id="4104" name="Picture 8" descr="Quantization Noise: What Is It, And Why Should You Care? - SciEngineer">
            <a:extLst>
              <a:ext uri="{FF2B5EF4-FFF2-40B4-BE49-F238E27FC236}">
                <a16:creationId xmlns:a16="http://schemas.microsoft.com/office/drawing/2014/main" id="{2373E22C-D41D-CDB6-3091-CEB3E97C990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526"/>
          <a:stretch/>
        </p:blipFill>
        <p:spPr bwMode="auto">
          <a:xfrm>
            <a:off x="9153004" y="1136387"/>
            <a:ext cx="2695575" cy="30040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itle 2">
            <a:extLst>
              <a:ext uri="{FF2B5EF4-FFF2-40B4-BE49-F238E27FC236}">
                <a16:creationId xmlns:a16="http://schemas.microsoft.com/office/drawing/2014/main" id="{1AA01D36-2EB9-319B-B629-89FBF2E361D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4320" y="146313"/>
            <a:ext cx="10759443" cy="742319"/>
          </a:xfrm>
        </p:spPr>
        <p:txBody>
          <a:bodyPr/>
          <a:lstStyle/>
          <a:p>
            <a:pPr lvl="0"/>
            <a:r>
              <a:rPr lang="en-US" dirty="0"/>
              <a:t>My Thesis</a:t>
            </a:r>
            <a:endParaRPr lang="en-AU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5A35B02-2461-A448-CDD4-695819E11C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571" y="4216626"/>
            <a:ext cx="5732834" cy="2111499"/>
          </a:xfrm>
          <a:prstGeom prst="rect">
            <a:avLst/>
          </a:prstGeom>
        </p:spPr>
      </p:pic>
      <p:pic>
        <p:nvPicPr>
          <p:cNvPr id="4106" name="Picture 10" descr="Fixed Point Representation - GeeksforGeeks">
            <a:extLst>
              <a:ext uri="{FF2B5EF4-FFF2-40B4-BE49-F238E27FC236}">
                <a16:creationId xmlns:a16="http://schemas.microsoft.com/office/drawing/2014/main" id="{6CD24A81-4338-9736-3057-182779F5CB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3850" y="1860550"/>
            <a:ext cx="4451350" cy="1796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10208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C6D56B-D075-2F78-2123-19EA989738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DA278E65-9C5A-3D80-C9F7-456898C3AE9F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My Thesis</a:t>
            </a:r>
            <a:endParaRPr lang="en-AU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B9C8843-82F7-A7E7-935C-788BD1287EDC}"/>
              </a:ext>
            </a:extLst>
          </p:cNvPr>
          <p:cNvSpPr txBox="1"/>
          <p:nvPr/>
        </p:nvSpPr>
        <p:spPr>
          <a:xfrm>
            <a:off x="343421" y="1378270"/>
            <a:ext cx="3908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1. Fixed vs Float Quantization Error</a:t>
            </a:r>
            <a:endParaRPr lang="en-AU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F7E8B93-A86B-F90A-B545-BFFAD5C262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2893" y="4411502"/>
            <a:ext cx="3314700" cy="7810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552C765-14EE-7E58-A116-4B6EBA5949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820" y="5353726"/>
            <a:ext cx="5087060" cy="60968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152F376-7E4D-1B1D-4292-2D32119ED3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0381" y="2118033"/>
            <a:ext cx="3999724" cy="200629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C360FAF-20E2-E71D-C0A7-5E62A69FC6E8}"/>
              </a:ext>
            </a:extLst>
          </p:cNvPr>
          <p:cNvSpPr txBox="1"/>
          <p:nvPr/>
        </p:nvSpPr>
        <p:spPr>
          <a:xfrm>
            <a:off x="5191125" y="1393505"/>
            <a:ext cx="2819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Solutions?</a:t>
            </a:r>
            <a:endParaRPr lang="en-AU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C44DD1-9B5D-58C6-ECEC-37DB1D7972D3}"/>
              </a:ext>
            </a:extLst>
          </p:cNvPr>
          <p:cNvSpPr txBox="1"/>
          <p:nvPr/>
        </p:nvSpPr>
        <p:spPr>
          <a:xfrm>
            <a:off x="6905625" y="3121179"/>
            <a:ext cx="41281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Latency was 0.079ms – floating point implementation?</a:t>
            </a:r>
            <a:endParaRPr lang="en-AU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3D78EA3-44DC-B137-2356-B3B9CEA68B4D}"/>
              </a:ext>
            </a:extLst>
          </p:cNvPr>
          <p:cNvSpPr txBox="1"/>
          <p:nvPr/>
        </p:nvSpPr>
        <p:spPr>
          <a:xfrm>
            <a:off x="5191125" y="4554360"/>
            <a:ext cx="4425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[9]</a:t>
            </a:r>
            <a:endParaRPr lang="en-AU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2504209-7768-DBA1-7143-432DEC4008E9}"/>
              </a:ext>
            </a:extLst>
          </p:cNvPr>
          <p:cNvSpPr txBox="1"/>
          <p:nvPr/>
        </p:nvSpPr>
        <p:spPr>
          <a:xfrm>
            <a:off x="8748402" y="3398178"/>
            <a:ext cx="4425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[8]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142350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10DA02-5513-17C9-E403-71576A9CD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F1D52648-10CA-DAFB-4817-279BB37C214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4320" y="146313"/>
            <a:ext cx="10759443" cy="742319"/>
          </a:xfrm>
        </p:spPr>
        <p:txBody>
          <a:bodyPr/>
          <a:lstStyle/>
          <a:p>
            <a:pPr lvl="0"/>
            <a:r>
              <a:rPr lang="en-US" dirty="0"/>
              <a:t>My Thesis</a:t>
            </a:r>
            <a:endParaRPr lang="en-AU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9F6BF77-206F-CFB0-A34C-030AE4398570}"/>
              </a:ext>
            </a:extLst>
          </p:cNvPr>
          <p:cNvSpPr txBox="1"/>
          <p:nvPr/>
        </p:nvSpPr>
        <p:spPr>
          <a:xfrm>
            <a:off x="343421" y="1378270"/>
            <a:ext cx="3908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2. Decompression</a:t>
            </a:r>
            <a:endParaRPr lang="en-AU" b="1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534CBED-01B3-76BF-2B6B-35DB710B34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0835" y="2237240"/>
            <a:ext cx="4464797" cy="316781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C33F71D-16FA-5AB6-5EA5-5809270CB832}"/>
              </a:ext>
            </a:extLst>
          </p:cNvPr>
          <p:cNvSpPr txBox="1"/>
          <p:nvPr/>
        </p:nvSpPr>
        <p:spPr>
          <a:xfrm>
            <a:off x="1197485" y="1867908"/>
            <a:ext cx="5631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MMWAVCAS-RF-EVM with MMWAVCAS-DSP-EVM</a:t>
            </a:r>
            <a:endParaRPr lang="en-AU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171B748-6ED8-5801-A7B6-3E60909A5D71}"/>
              </a:ext>
            </a:extLst>
          </p:cNvPr>
          <p:cNvCxnSpPr/>
          <p:nvPr/>
        </p:nvCxnSpPr>
        <p:spPr>
          <a:xfrm>
            <a:off x="6096000" y="3667125"/>
            <a:ext cx="115252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" name="Picture 17">
            <a:extLst>
              <a:ext uri="{FF2B5EF4-FFF2-40B4-BE49-F238E27FC236}">
                <a16:creationId xmlns:a16="http://schemas.microsoft.com/office/drawing/2014/main" id="{D2589AB1-4353-9862-84C1-7776AC217B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2366" y="2237240"/>
            <a:ext cx="2105025" cy="278130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34AE6D2D-34EC-A1E7-C840-6B14BA341E1A}"/>
              </a:ext>
            </a:extLst>
          </p:cNvPr>
          <p:cNvSpPr txBox="1"/>
          <p:nvPr/>
        </p:nvSpPr>
        <p:spPr>
          <a:xfrm>
            <a:off x="8217793" y="1870802"/>
            <a:ext cx="5631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MATLAB</a:t>
            </a:r>
            <a:endParaRPr lang="en-AU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CDBBE68-CAAB-B729-0599-01784603BEF3}"/>
              </a:ext>
            </a:extLst>
          </p:cNvPr>
          <p:cNvSpPr txBox="1"/>
          <p:nvPr/>
        </p:nvSpPr>
        <p:spPr>
          <a:xfrm>
            <a:off x="5795632" y="5046818"/>
            <a:ext cx="6007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[10]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752780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2B6F45-164D-B938-C8DC-EAAD231E3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E1226880-C122-5CBA-6110-CFE5E67E595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4320" y="146313"/>
            <a:ext cx="10759443" cy="742319"/>
          </a:xfrm>
        </p:spPr>
        <p:txBody>
          <a:bodyPr/>
          <a:lstStyle/>
          <a:p>
            <a:pPr lvl="0"/>
            <a:r>
              <a:rPr lang="en-US" dirty="0"/>
              <a:t>My Thesis</a:t>
            </a:r>
            <a:endParaRPr lang="en-AU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B9ADC68-CA54-7ABE-DCFC-BABBD671E6F6}"/>
              </a:ext>
            </a:extLst>
          </p:cNvPr>
          <p:cNvSpPr txBox="1"/>
          <p:nvPr/>
        </p:nvSpPr>
        <p:spPr>
          <a:xfrm>
            <a:off x="343421" y="1378270"/>
            <a:ext cx="57525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3. Other Compression Algorithms (alongside DRHE)</a:t>
            </a:r>
            <a:endParaRPr lang="en-AU" b="1" dirty="0"/>
          </a:p>
        </p:txBody>
      </p:sp>
      <p:pic>
        <p:nvPicPr>
          <p:cNvPr id="10" name="Picture 9" descr="NXP Semiconductors - Wikipedia">
            <a:extLst>
              <a:ext uri="{FF2B5EF4-FFF2-40B4-BE49-F238E27FC236}">
                <a16:creationId xmlns:a16="http://schemas.microsoft.com/office/drawing/2014/main" id="{B600B0AA-5608-88A4-F59A-946B35B9AD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5796" y="2972131"/>
            <a:ext cx="2381250" cy="828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88B8A80-2DD2-B806-5212-4E1413771569}"/>
              </a:ext>
            </a:extLst>
          </p:cNvPr>
          <p:cNvSpPr txBox="1"/>
          <p:nvPr/>
        </p:nvSpPr>
        <p:spPr>
          <a:xfrm>
            <a:off x="3062072" y="3906500"/>
            <a:ext cx="2869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CPX</a:t>
            </a:r>
            <a:endParaRPr lang="en-AU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B4AC7DF-F93A-A643-A456-076DC76DA3AB}"/>
              </a:ext>
            </a:extLst>
          </p:cNvPr>
          <p:cNvSpPr txBox="1"/>
          <p:nvPr/>
        </p:nvSpPr>
        <p:spPr>
          <a:xfrm>
            <a:off x="5257719" y="3911631"/>
            <a:ext cx="2869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BAQ</a:t>
            </a:r>
            <a:endParaRPr lang="en-AU" dirty="0"/>
          </a:p>
        </p:txBody>
      </p:sp>
      <p:pic>
        <p:nvPicPr>
          <p:cNvPr id="17" name="Picture 8" descr="What is a JPEG? Everything You Need to Know | PetaPixel">
            <a:extLst>
              <a:ext uri="{FF2B5EF4-FFF2-40B4-BE49-F238E27FC236}">
                <a16:creationId xmlns:a16="http://schemas.microsoft.com/office/drawing/2014/main" id="{E7BA2541-76FD-2EA3-FA46-13009C51B3A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630" t="14458" r="32734" b="13795"/>
          <a:stretch/>
        </p:blipFill>
        <p:spPr bwMode="auto">
          <a:xfrm>
            <a:off x="7459678" y="2753382"/>
            <a:ext cx="1004934" cy="10928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C4163541-A8BC-78D8-AB92-883D923A44BB}"/>
              </a:ext>
            </a:extLst>
          </p:cNvPr>
          <p:cNvSpPr txBox="1"/>
          <p:nvPr/>
        </p:nvSpPr>
        <p:spPr>
          <a:xfrm>
            <a:off x="5399433" y="4568011"/>
            <a:ext cx="2869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AdaRadar</a:t>
            </a:r>
            <a:endParaRPr lang="en-AU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6C6144A0-0641-477E-F1F6-0D5C94BE56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67602" y="4937343"/>
            <a:ext cx="5531229" cy="307566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1C25F52E-ABFE-B4BA-CF9F-FB07AFD765A1}"/>
              </a:ext>
            </a:extLst>
          </p:cNvPr>
          <p:cNvSpPr txBox="1"/>
          <p:nvPr/>
        </p:nvSpPr>
        <p:spPr>
          <a:xfrm>
            <a:off x="3533229" y="3899850"/>
            <a:ext cx="4425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[2]</a:t>
            </a:r>
            <a:endParaRPr lang="en-AU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6833C3C-20BB-6FD3-3B02-F5606E27F359}"/>
              </a:ext>
            </a:extLst>
          </p:cNvPr>
          <p:cNvSpPr txBox="1"/>
          <p:nvPr/>
        </p:nvSpPr>
        <p:spPr>
          <a:xfrm>
            <a:off x="5747012" y="3906500"/>
            <a:ext cx="4425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[7]</a:t>
            </a:r>
            <a:endParaRPr lang="en-AU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FEFA3BE-3C23-28A7-7F6C-DC365B50CF94}"/>
              </a:ext>
            </a:extLst>
          </p:cNvPr>
          <p:cNvSpPr txBox="1"/>
          <p:nvPr/>
        </p:nvSpPr>
        <p:spPr>
          <a:xfrm>
            <a:off x="8127668" y="3906500"/>
            <a:ext cx="4425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[6]</a:t>
            </a:r>
            <a:endParaRPr lang="en-AU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CA5F5A5-4C7C-EB4F-6644-2EA18D465909}"/>
              </a:ext>
            </a:extLst>
          </p:cNvPr>
          <p:cNvSpPr txBox="1"/>
          <p:nvPr/>
        </p:nvSpPr>
        <p:spPr>
          <a:xfrm>
            <a:off x="6471401" y="4604736"/>
            <a:ext cx="4425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[5]</a:t>
            </a:r>
            <a:endParaRPr lang="en-AU" dirty="0"/>
          </a:p>
        </p:txBody>
      </p:sp>
      <p:pic>
        <p:nvPicPr>
          <p:cNvPr id="26" name="Picture 10" descr="Stream NASA | Listen to podcast episodes online for free on SoundCloud">
            <a:extLst>
              <a:ext uri="{FF2B5EF4-FFF2-40B4-BE49-F238E27FC236}">
                <a16:creationId xmlns:a16="http://schemas.microsoft.com/office/drawing/2014/main" id="{BC999FBC-0636-1251-4C6B-29DDB28A1C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9224" y="2283666"/>
            <a:ext cx="1622834" cy="1622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00629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7438AA-C47A-05E8-C826-4F14E5584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273B1917-C618-09A0-32F3-C61F78745923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Project Plan &amp; Timeline</a:t>
            </a:r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CB3710-1372-CF19-0DD4-550EEE503116}"/>
              </a:ext>
            </a:extLst>
          </p:cNvPr>
          <p:cNvSpPr txBox="1"/>
          <p:nvPr/>
        </p:nvSpPr>
        <p:spPr>
          <a:xfrm>
            <a:off x="3469709" y="1997839"/>
            <a:ext cx="514715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1" kern="0" dirty="0">
                <a:solidFill>
                  <a:srgbClr val="000000"/>
                </a:solidFill>
                <a:latin typeface="Lato"/>
              </a:rPr>
              <a:t>Milestone 1:</a:t>
            </a:r>
            <a:r>
              <a:rPr lang="en-US" kern="0" dirty="0">
                <a:solidFill>
                  <a:srgbClr val="000000"/>
                </a:solidFill>
                <a:latin typeface="Lato"/>
              </a:rPr>
              <a:t> Completion of Literature Review &amp; Algorithm Selection (Completed)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kern="0" dirty="0">
                <a:solidFill>
                  <a:srgbClr val="000000"/>
                </a:solidFill>
                <a:latin typeface="Lato"/>
              </a:rPr>
              <a:t>Milestone 2:</a:t>
            </a:r>
            <a:r>
              <a:rPr lang="en-US" kern="0" dirty="0">
                <a:solidFill>
                  <a:srgbClr val="000000"/>
                </a:solidFill>
                <a:latin typeface="Lato"/>
              </a:rPr>
              <a:t> Completion of MATLAB algorithm simulations and trade-off analysis.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1" kern="0" dirty="0">
                <a:solidFill>
                  <a:srgbClr val="000000"/>
                </a:solidFill>
                <a:latin typeface="Lato"/>
              </a:rPr>
              <a:t>Milestone 3:</a:t>
            </a:r>
            <a:r>
              <a:rPr lang="en-US" kern="0" dirty="0">
                <a:solidFill>
                  <a:srgbClr val="000000"/>
                </a:solidFill>
                <a:latin typeface="Lato"/>
              </a:rPr>
              <a:t> Successful Implementation of Compression Algorithm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kern="0" dirty="0">
                <a:solidFill>
                  <a:srgbClr val="000000"/>
                </a:solidFill>
                <a:latin typeface="Lato"/>
              </a:rPr>
              <a:t>Milestone 4:</a:t>
            </a:r>
            <a:r>
              <a:rPr lang="en-US" kern="0" dirty="0">
                <a:solidFill>
                  <a:srgbClr val="000000"/>
                </a:solidFill>
                <a:latin typeface="Lato"/>
              </a:rPr>
              <a:t> Successful raw data compression/decompression on MATLAB using the AWR2243 sensor.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1" kern="0" dirty="0">
                <a:solidFill>
                  <a:srgbClr val="000000"/>
                </a:solidFill>
                <a:latin typeface="Lato"/>
              </a:rPr>
              <a:t>Milestone 5:</a:t>
            </a:r>
            <a:r>
              <a:rPr lang="en-US" kern="0" dirty="0">
                <a:solidFill>
                  <a:srgbClr val="000000"/>
                </a:solidFill>
                <a:latin typeface="Lato"/>
              </a:rPr>
              <a:t> Final hardware benchmarking (Latency, Resource Utilization, and Data Fidelity).</a:t>
            </a:r>
          </a:p>
        </p:txBody>
      </p:sp>
    </p:spTree>
    <p:extLst>
      <p:ext uri="{BB962C8B-B14F-4D97-AF65-F5344CB8AC3E}">
        <p14:creationId xmlns:p14="http://schemas.microsoft.com/office/powerpoint/2010/main" val="20814375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810B14-2829-8A1E-21CF-24496D711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C5B86FC5-5483-FB5D-4592-60C1AF6510BB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Project Plan &amp; Timeline</a:t>
            </a:r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866984-7719-79B7-CA96-89F86E8FF4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80140"/>
            <a:ext cx="12192000" cy="5497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9657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210C9F-FDEF-B88E-EAEA-2CC8B994B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D3B4C0F6-BEAB-3241-18BD-C455357AF5A0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Challenges </a:t>
            </a:r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72BDD8-FC15-E940-59AE-FFE2A18C578D}"/>
              </a:ext>
            </a:extLst>
          </p:cNvPr>
          <p:cNvSpPr txBox="1"/>
          <p:nvPr/>
        </p:nvSpPr>
        <p:spPr>
          <a:xfrm>
            <a:off x="3751545" y="2254685"/>
            <a:ext cx="571813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Challenge 1: </a:t>
            </a:r>
            <a:r>
              <a:rPr lang="en-AU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FPGA </a:t>
            </a:r>
            <a:r>
              <a:rPr lang="en-AU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Implemenntation</a:t>
            </a:r>
            <a:endParaRPr lang="en-AU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en-AU" b="1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Mitigation:</a:t>
            </a:r>
            <a:r>
              <a:rPr lang="en-AU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Extensive comprehension of FPGA source management techniques</a:t>
            </a:r>
          </a:p>
          <a:p>
            <a:endParaRPr lang="en-AU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en-AU" b="1" dirty="0">
                <a:latin typeface="Aptos" panose="020B0004020202020204" pitchFamily="34" charset="0"/>
                <a:cs typeface="Times New Roman" panose="02020603050405020304" pitchFamily="18" charset="0"/>
              </a:rPr>
              <a:t>Challenge 2:</a:t>
            </a:r>
            <a:r>
              <a:rPr lang="en-AU" dirty="0">
                <a:latin typeface="Aptos" panose="020B0004020202020204" pitchFamily="34" charset="0"/>
                <a:cs typeface="Times New Roman" panose="02020603050405020304" pitchFamily="18" charset="0"/>
              </a:rPr>
              <a:t> Measuring performance metrics of algorithms, such as latency</a:t>
            </a:r>
          </a:p>
          <a:p>
            <a:r>
              <a:rPr lang="en-AU" b="1" dirty="0">
                <a:latin typeface="Aptos" panose="020B0004020202020204" pitchFamily="34" charset="0"/>
                <a:cs typeface="Times New Roman" panose="02020603050405020304" pitchFamily="18" charset="0"/>
              </a:rPr>
              <a:t>Mitigation: </a:t>
            </a:r>
            <a:r>
              <a:rPr lang="en-AU" dirty="0">
                <a:latin typeface="Aptos" panose="020B0004020202020204" pitchFamily="34" charset="0"/>
                <a:cs typeface="Times New Roman" panose="02020603050405020304" pitchFamily="18" charset="0"/>
              </a:rPr>
              <a:t>Look into various profiling methods</a:t>
            </a:r>
          </a:p>
        </p:txBody>
      </p:sp>
    </p:spTree>
    <p:extLst>
      <p:ext uri="{BB962C8B-B14F-4D97-AF65-F5344CB8AC3E}">
        <p14:creationId xmlns:p14="http://schemas.microsoft.com/office/powerpoint/2010/main" val="30286673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A718D9-EE04-83DC-013F-11AE58680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FD89EB1C-195C-FE8D-5F05-CDB0D494B571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Skills </a:t>
            </a:r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D2D2C7-5436-79C8-9DBC-6E6717B0479C}"/>
              </a:ext>
            </a:extLst>
          </p:cNvPr>
          <p:cNvSpPr txBox="1"/>
          <p:nvPr/>
        </p:nvSpPr>
        <p:spPr>
          <a:xfrm>
            <a:off x="3751545" y="2254685"/>
            <a:ext cx="571813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What Skills do I have?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  <a:cs typeface="Times New Roman" panose="02020603050405020304" pitchFamily="18" charset="0"/>
              </a:rPr>
              <a:t>Background in DSP and Embedded Systems</a:t>
            </a:r>
          </a:p>
          <a:p>
            <a:endParaRPr lang="en-US" dirty="0">
              <a:latin typeface="Aptos" panose="020B000402020202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US" b="1" dirty="0">
                <a:latin typeface="Aptos" panose="020B0004020202020204" pitchFamily="34" charset="0"/>
                <a:cs typeface="Times New Roman" panose="02020603050405020304" pitchFamily="18" charset="0"/>
              </a:rPr>
              <a:t>What Skills do I need?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dirty="0">
                <a:latin typeface="Aptos" panose="020B0004020202020204" pitchFamily="34" charset="0"/>
                <a:cs typeface="Times New Roman" panose="02020603050405020304" pitchFamily="18" charset="0"/>
              </a:rPr>
              <a:t>FPGAs!</a:t>
            </a:r>
          </a:p>
        </p:txBody>
      </p:sp>
    </p:spTree>
    <p:extLst>
      <p:ext uri="{BB962C8B-B14F-4D97-AF65-F5344CB8AC3E}">
        <p14:creationId xmlns:p14="http://schemas.microsoft.com/office/powerpoint/2010/main" val="20727812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ACE61F-2F14-EC92-158B-28EA259C5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62D05FEC-C972-0CD2-29DE-5351C58627FF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References </a:t>
            </a:r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11EDD3-5CC2-303F-0A4B-E9D0482554B1}"/>
              </a:ext>
            </a:extLst>
          </p:cNvPr>
          <p:cNvSpPr txBox="1"/>
          <p:nvPr/>
        </p:nvSpPr>
        <p:spPr>
          <a:xfrm>
            <a:off x="377868" y="1210889"/>
            <a:ext cx="11649032" cy="57206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AU" sz="1400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[1]</a:t>
            </a:r>
            <a:r>
              <a:rPr lang="en-AU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Texas Instruments EGE (Exponential-Golomb Encoding)</a:t>
            </a:r>
            <a:r>
              <a:rPr lang="en-AU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Mani, A. and Yang, Z. (2019) </a:t>
            </a:r>
            <a:r>
              <a:rPr lang="en-AU" sz="1400" i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Memory Compression and Decompression Engine for TI </a:t>
            </a:r>
            <a:r>
              <a:rPr lang="en-AU" sz="1400" i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mmWave</a:t>
            </a:r>
            <a:r>
              <a:rPr lang="en-AU" sz="1400" i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Radar</a:t>
            </a:r>
            <a:r>
              <a:rPr lang="en-AU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Application Report SWRA663. Texas Instruments.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AU" sz="1400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[2]</a:t>
            </a:r>
            <a:r>
              <a:rPr lang="en-AU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AU" sz="14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CPx</a:t>
            </a:r>
            <a:r>
              <a:rPr lang="en-AU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NXP Algorithm</a:t>
            </a:r>
            <a:r>
              <a:rPr lang="en-AU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NXP Semiconductors (2017) </a:t>
            </a:r>
            <a:r>
              <a:rPr lang="en-AU" sz="1400" i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AN5375: Compression overview</a:t>
            </a:r>
            <a:r>
              <a:rPr lang="en-AU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Application Note Rev. 1. NXP Semiconductors.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AU" sz="1400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[3]</a:t>
            </a:r>
            <a:r>
              <a:rPr lang="en-AU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CMPR or Infineon Compression Algorithm</a:t>
            </a:r>
            <a:r>
              <a:rPr lang="en-AU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Infineon Technologies (2026) </a:t>
            </a:r>
            <a:r>
              <a:rPr lang="en-AU" sz="1400" i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Product Brochure AURIX™ 32-bit microcontrollers for automotive and industrial applications (March 2026 edition)</a:t>
            </a:r>
            <a:r>
              <a:rPr lang="en-AU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Infineon Technologies.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AU" sz="1400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[4]</a:t>
            </a:r>
            <a:r>
              <a:rPr lang="en-AU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DRHE Algorithm (On-the-fly algorithm)</a:t>
            </a:r>
            <a:r>
              <a:rPr lang="en-AU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Zivkovic, Z. and Li, L. (2015) 'On-the-fly range-velocity radar data compression exploring Doppler spectrum redundancy', </a:t>
            </a:r>
            <a:r>
              <a:rPr lang="en-AU" sz="1400" i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2015 16th International Radar Symposium (IRS)</a:t>
            </a:r>
            <a:r>
              <a:rPr lang="en-AU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pp. 321-326.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AU" sz="1400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[5]</a:t>
            </a:r>
            <a:r>
              <a:rPr lang="en-AU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AU" sz="14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AdaRadar</a:t>
            </a:r>
            <a:r>
              <a:rPr lang="en-AU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Algorithm</a:t>
            </a:r>
            <a:r>
              <a:rPr lang="en-AU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Park, J., Chun, S.Y. and Seok, M. (2026) '</a:t>
            </a:r>
            <a:r>
              <a:rPr lang="en-AU" sz="14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AdaRadar</a:t>
            </a:r>
            <a:r>
              <a:rPr lang="en-AU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Rate Adaptive Spectral Compression for Radar-based Perception', </a:t>
            </a:r>
            <a:r>
              <a:rPr lang="en-AU" sz="1400" i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arXiv</a:t>
            </a:r>
            <a:r>
              <a:rPr lang="en-AU" sz="1400" i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preprint arXiv:2603.17979</a:t>
            </a:r>
            <a:r>
              <a:rPr lang="en-AU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AU" sz="1400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[6]</a:t>
            </a:r>
            <a:r>
              <a:rPr lang="en-AU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JPEG2000 Algorithm</a:t>
            </a:r>
            <a:r>
              <a:rPr lang="en-AU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Taubman, D.S. and Marcellin, M.W. (2002) </a:t>
            </a:r>
            <a:r>
              <a:rPr lang="en-AU" sz="1400" i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JPEG2000 Image Compression Fundamentals, Standards and Practice</a:t>
            </a:r>
            <a:r>
              <a:rPr lang="en-AU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Springer Science &amp; Business Media.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AU" sz="1400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[7]</a:t>
            </a:r>
            <a:r>
              <a:rPr lang="en-AU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BAQ Algorithm</a:t>
            </a:r>
            <a:r>
              <a:rPr lang="en-AU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Kwok, R. and Johnson, W.T.K. (1989) 'Block adaptive quantization of Magellan SAR data', </a:t>
            </a:r>
            <a:r>
              <a:rPr lang="en-AU" sz="1400" i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IEEE Transactions on Geoscience and Remote Sensing</a:t>
            </a:r>
            <a:r>
              <a:rPr lang="en-AU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27(4), pp. 375-383.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AU" sz="1400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[8]</a:t>
            </a:r>
            <a:r>
              <a:rPr lang="en-AU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Kiem's Design and Implementation Paper</a:t>
            </a:r>
            <a:r>
              <a:rPr lang="en-AU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Kiem, L. (n.d.) </a:t>
            </a:r>
            <a:r>
              <a:rPr lang="en-AU" sz="1400" i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Design and Implementation of Data Compression Methods for SoC-based Radar Systems</a:t>
            </a:r>
            <a:r>
              <a:rPr lang="en-AU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Graz University of Technology (TU Graz).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AU" sz="1400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[9]</a:t>
            </a:r>
            <a:r>
              <a:rPr lang="en-AU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Rayleigh Distribution Quantization Error Fix</a:t>
            </a:r>
            <a:r>
              <a:rPr lang="en-AU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Deng, J. and Huang, L. (2024) 'Synthetic Aperture Radar Image Compression Based on Low-Frequency Rejection and Quality Map Guidance', </a:t>
            </a:r>
            <a:r>
              <a:rPr lang="en-AU" sz="1400" i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Remote Sensing</a:t>
            </a:r>
            <a:r>
              <a:rPr lang="en-AU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16(5), p. 891.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AU" sz="1400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[10]</a:t>
            </a:r>
            <a:r>
              <a:rPr lang="en-AU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Texas Instruments RF-EVM Board</a:t>
            </a:r>
            <a:r>
              <a:rPr lang="en-AU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Texas Instruments (2019) </a:t>
            </a:r>
            <a:r>
              <a:rPr lang="en-AU" sz="1400" i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AWRx</a:t>
            </a:r>
            <a:r>
              <a:rPr lang="en-AU" sz="1400" i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Cascaded Radar RF Evaluation Module (MMWCAS-RF-EVM) User's Guide</a:t>
            </a:r>
            <a:r>
              <a:rPr lang="en-AU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Revision A. Texas Instruments.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AU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97236469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2664</TotalTime>
  <Words>808</Words>
  <Application>Microsoft Office PowerPoint</Application>
  <PresentationFormat>Widescreen</PresentationFormat>
  <Paragraphs>140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Aptos</vt:lpstr>
      <vt:lpstr>Arial</vt:lpstr>
      <vt:lpstr>Calibri</vt:lpstr>
      <vt:lpstr>Lato</vt:lpstr>
      <vt:lpstr>1_Office Theme</vt:lpstr>
      <vt:lpstr>PowerPoint Presentation</vt:lpstr>
      <vt:lpstr>Introduction</vt:lpstr>
      <vt:lpstr>Introduction</vt:lpstr>
      <vt:lpstr>Introduction</vt:lpstr>
      <vt:lpstr>Technical Background - Radar</vt:lpstr>
      <vt:lpstr>Technical Background – Compression Algorithm Metrics</vt:lpstr>
      <vt:lpstr>Existing Compression Algorithms</vt:lpstr>
      <vt:lpstr>Related Work – Masters Thesis </vt:lpstr>
      <vt:lpstr>Related Work – Gaps</vt:lpstr>
      <vt:lpstr>My Thesis</vt:lpstr>
      <vt:lpstr>My Thesis</vt:lpstr>
      <vt:lpstr>My Thesis</vt:lpstr>
      <vt:lpstr>My Thesis</vt:lpstr>
      <vt:lpstr>My Thesis</vt:lpstr>
      <vt:lpstr>Project Plan &amp; Timeline</vt:lpstr>
      <vt:lpstr>Project Plan &amp; Timeline</vt:lpstr>
      <vt:lpstr>Challenges </vt:lpstr>
      <vt:lpstr>Skills </vt:lpstr>
      <vt:lpstr>References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Caelen Noesjirwan</dc:creator>
  <cp:lastModifiedBy>Jordan Mohindra</cp:lastModifiedBy>
  <cp:revision>22</cp:revision>
  <dcterms:created xsi:type="dcterms:W3CDTF">2024-11-09T00:09:56Z</dcterms:created>
  <dcterms:modified xsi:type="dcterms:W3CDTF">2026-04-12T13:47:16Z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0x01010082B7F6D73640EF4684244A84D642EFDD</vt:lpwstr>
  </property>
</Properties>
</file>